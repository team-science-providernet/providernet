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a2695587f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a2695587f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ba2695587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ba269558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ba2695587f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ba2695587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ba2695587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ba2695587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ba2695587f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ba2695587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Customer Discovery 1</a:t>
            </a:r>
            <a:endParaRPr b="1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862100"/>
            <a:ext cx="8520600" cy="14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1F1F1F"/>
                </a:solidFill>
                <a:highlight>
                  <a:srgbClr val="FFFFFF"/>
                </a:highlight>
              </a:rPr>
              <a:t>Please answer the following questions regarding a proposed company that aims to </a:t>
            </a:r>
            <a:r>
              <a:rPr b="1" lang="en">
                <a:solidFill>
                  <a:srgbClr val="1F1F1F"/>
                </a:solidFill>
                <a:highlight>
                  <a:srgbClr val="FFFFFF"/>
                </a:highlight>
              </a:rPr>
              <a:t>connect health records across state lines, allowing for the longevity and accuracy of health records and incorporate patient connections from general to specialized doctors based on health coverage.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 title="Screenshot 2026-01-22 at 1.28.23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7149" y="313975"/>
            <a:ext cx="7449694" cy="4254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Please briefly explain why</a:t>
            </a:r>
            <a:endParaRPr/>
          </a:p>
        </p:txBody>
      </p:sp>
      <p:pic>
        <p:nvPicPr>
          <p:cNvPr id="71" name="Google Shape;71;p16" title="Screenshot 2026-01-22 at 1.34.35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351" y="1201476"/>
            <a:ext cx="7024801" cy="349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s response chart. Question title: Do you feel that the proposed name ProviderHub accurately reflects the company purpose. Number of responses: 18 responses." id="76" name="Google Shape;76;p17" title="Do you feel that the proposed name ProviderHub accurately reflects the company purpo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863" y="598477"/>
            <a:ext cx="8298276" cy="3946536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7"/>
          <p:cNvSpPr txBox="1"/>
          <p:nvPr/>
        </p:nvSpPr>
        <p:spPr>
          <a:xfrm>
            <a:off x="1269025" y="3874475"/>
            <a:ext cx="7980000" cy="9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Strongly </a:t>
            </a:r>
            <a:r>
              <a:rPr lang="en" sz="1300">
                <a:solidFill>
                  <a:schemeClr val="dk2"/>
                </a:solidFill>
              </a:rPr>
              <a:t>disagree</a:t>
            </a:r>
            <a:r>
              <a:rPr lang="en" sz="1300">
                <a:solidFill>
                  <a:schemeClr val="dk2"/>
                </a:solidFill>
              </a:rPr>
              <a:t>		Somewhat disagree		Somewhat agree		Strongly agree</a:t>
            </a:r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s response chart. Question title: Which of the following value proposition do you like best:. Number of responses: 18 responses." id="82" name="Google Shape;82;p18" title="Which of the following value proposition do you like best: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175" y="761538"/>
            <a:ext cx="8601651" cy="3620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
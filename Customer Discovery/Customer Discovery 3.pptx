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33b24e0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33b24e0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d023acff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d023acff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c5e992232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c5e992232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c4501d64e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c4501d64e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33b24e06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c33b24e06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c4501d64e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c4501d64e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d023acff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d023acff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t>ProviderNet </a:t>
            </a:r>
            <a:endParaRPr b="1"/>
          </a:p>
          <a:p>
            <a:pPr indent="0" lvl="0" marL="0" rtl="0" algn="ctr">
              <a:spcBef>
                <a:spcPts val="0"/>
              </a:spcBef>
              <a:spcAft>
                <a:spcPts val="0"/>
              </a:spcAft>
              <a:buNone/>
            </a:pPr>
            <a:r>
              <a:rPr lang="en" sz="4000"/>
              <a:t>Customer Discovery</a:t>
            </a:r>
            <a:endParaRPr sz="40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Clr>
                <a:schemeClr val="dk1"/>
              </a:buClr>
              <a:buSzPct val="39286"/>
              <a:buFont typeface="Arial"/>
              <a:buNone/>
            </a:pPr>
            <a:r>
              <a:rPr lang="en"/>
              <a:t>Jaden Del Rosario</a:t>
            </a:r>
            <a:endParaRPr/>
          </a:p>
          <a:p>
            <a:pPr indent="0" lvl="0" marL="0" rtl="0" algn="ctr">
              <a:spcBef>
                <a:spcPts val="0"/>
              </a:spcBef>
              <a:spcAft>
                <a:spcPts val="0"/>
              </a:spcAft>
              <a:buNone/>
            </a:pPr>
            <a:r>
              <a:rPr lang="en"/>
              <a:t>Lydia Holleman</a:t>
            </a:r>
            <a:endParaRPr/>
          </a:p>
          <a:p>
            <a:pPr indent="0" lvl="0" marL="0" rtl="0" algn="ctr">
              <a:spcBef>
                <a:spcPts val="0"/>
              </a:spcBef>
              <a:spcAft>
                <a:spcPts val="0"/>
              </a:spcAft>
              <a:buNone/>
            </a:pPr>
            <a:r>
              <a:rPr lang="en"/>
              <a:t>Lola Wood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Who we talked to</a:t>
            </a:r>
            <a:endParaRPr b="1"/>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2 JD candidates studying health law</a:t>
            </a:r>
            <a:endParaRPr/>
          </a:p>
          <a:p>
            <a:pPr indent="-342900" lvl="0" marL="457200" rtl="0" algn="l">
              <a:spcBef>
                <a:spcPts val="0"/>
              </a:spcBef>
              <a:spcAft>
                <a:spcPts val="0"/>
              </a:spcAft>
              <a:buSzPts val="1800"/>
              <a:buChar char="●"/>
            </a:pPr>
            <a:r>
              <a:rPr lang="en"/>
              <a:t>Trauma nurse educator at a major hospital in Atlanta</a:t>
            </a:r>
            <a:endParaRPr/>
          </a:p>
          <a:p>
            <a:pPr indent="-342900" lvl="0" marL="457200" rtl="0" algn="l">
              <a:spcBef>
                <a:spcPts val="0"/>
              </a:spcBef>
              <a:spcAft>
                <a:spcPts val="0"/>
              </a:spcAft>
              <a:buSzPts val="1800"/>
              <a:buChar char="●"/>
            </a:pPr>
            <a:r>
              <a:rPr lang="en"/>
              <a:t>Private practice dentist</a:t>
            </a:r>
            <a:endParaRPr/>
          </a:p>
          <a:p>
            <a:pPr indent="-342900" lvl="0" marL="457200" rtl="0" algn="l">
              <a:spcBef>
                <a:spcPts val="0"/>
              </a:spcBef>
              <a:spcAft>
                <a:spcPts val="0"/>
              </a:spcAft>
              <a:buSzPts val="1800"/>
              <a:buChar char="●"/>
            </a:pPr>
            <a:r>
              <a:rPr lang="en"/>
              <a:t>Cardiovascular tech in hospital in NC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title="Chart"/>
          <p:cNvPicPr preferRelativeResize="0"/>
          <p:nvPr/>
        </p:nvPicPr>
        <p:blipFill>
          <a:blip r:embed="rId3">
            <a:alphaModFix/>
          </a:blip>
          <a:stretch>
            <a:fillRect/>
          </a:stretch>
        </p:blipFill>
        <p:spPr>
          <a:xfrm>
            <a:off x="1456725" y="764375"/>
            <a:ext cx="5829300" cy="36147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6" title="Chart"/>
          <p:cNvPicPr preferRelativeResize="0"/>
          <p:nvPr/>
        </p:nvPicPr>
        <p:blipFill>
          <a:blip r:embed="rId3">
            <a:alphaModFix/>
          </a:blip>
          <a:stretch>
            <a:fillRect/>
          </a:stretch>
        </p:blipFill>
        <p:spPr>
          <a:xfrm>
            <a:off x="1121569" y="435769"/>
            <a:ext cx="6900863" cy="427196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type="title"/>
          </p:nvPr>
        </p:nvSpPr>
        <p:spPr>
          <a:xfrm>
            <a:off x="311700" y="2285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We inquired about HIPAA </a:t>
            </a:r>
            <a:r>
              <a:rPr b="1" lang="en"/>
              <a:t>compliance…</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JD Candidates:</a:t>
            </a:r>
            <a:endParaRPr b="1"/>
          </a:p>
        </p:txBody>
      </p:sp>
      <p:sp>
        <p:nvSpPr>
          <p:cNvPr id="82" name="Google Shape;82;p18"/>
          <p:cNvSpPr txBox="1"/>
          <p:nvPr>
            <p:ph idx="1" type="body"/>
          </p:nvPr>
        </p:nvSpPr>
        <p:spPr>
          <a:xfrm>
            <a:off x="236550" y="1017725"/>
            <a:ext cx="8832300" cy="3818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sz="1400">
                <a:solidFill>
                  <a:schemeClr val="dk1"/>
                </a:solidFill>
              </a:rPr>
              <a:t>“... biggest struggle wouldn’t be HIPAA but having all health care providers using a unified system, if you could it pull off HIPAA likely wouldn’t be that hard... you’d need to make two interfaces, one for patient and one for providers but as long as you follow the HIPAA security rule I don’t see a glaring issue other than it would be </a:t>
            </a:r>
            <a:r>
              <a:rPr b="1" lang="en" sz="1400">
                <a:solidFill>
                  <a:schemeClr val="dk1"/>
                </a:solidFill>
              </a:rPr>
              <a:t>large undertaking to move everyone’s data and you’d need patients to agree</a:t>
            </a:r>
            <a:r>
              <a:rPr lang="en" sz="1400">
                <a:solidFill>
                  <a:schemeClr val="dk1"/>
                </a:solidFill>
              </a:rPr>
              <a:t> to move their information to a unified system”</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 need to find a way to </a:t>
            </a:r>
            <a:r>
              <a:rPr b="1" lang="en" sz="1400">
                <a:solidFill>
                  <a:schemeClr val="dk1"/>
                </a:solidFill>
              </a:rPr>
              <a:t>make it benefit the provider</a:t>
            </a:r>
            <a:r>
              <a:rPr lang="en" sz="1400">
                <a:solidFill>
                  <a:schemeClr val="dk1"/>
                </a:solidFill>
              </a:rPr>
              <a:t>, they have network wide systems a lot of the time and I don’t think they’d be super motivated to spend time and money to move their PHI solely for the patients benefit so … think of a way to market this as </a:t>
            </a:r>
            <a:r>
              <a:rPr b="1" lang="en" sz="1400">
                <a:solidFill>
                  <a:schemeClr val="dk1"/>
                </a:solidFill>
              </a:rPr>
              <a:t>easier or cheaper</a:t>
            </a:r>
            <a:r>
              <a:rPr lang="en" sz="1400">
                <a:solidFill>
                  <a:schemeClr val="dk1"/>
                </a:solidFill>
              </a:rPr>
              <a:t>”</a:t>
            </a:r>
            <a:endParaRPr sz="1400"/>
          </a:p>
          <a:p>
            <a:pPr indent="-317500" lvl="0" marL="457200" rtl="0" algn="l">
              <a:spcBef>
                <a:spcPts val="0"/>
              </a:spcBef>
              <a:spcAft>
                <a:spcPts val="0"/>
              </a:spcAft>
              <a:buClr>
                <a:schemeClr val="dk1"/>
              </a:buClr>
              <a:buSzPts val="1400"/>
              <a:buChar char="●"/>
            </a:pPr>
            <a:r>
              <a:rPr lang="en" sz="1400">
                <a:solidFill>
                  <a:schemeClr val="dk1"/>
                </a:solidFill>
              </a:rPr>
              <a:t>“The MyHealthSpace model has </a:t>
            </a:r>
            <a:r>
              <a:rPr b="1" lang="en" sz="1400">
                <a:solidFill>
                  <a:schemeClr val="dk1"/>
                </a:solidFill>
              </a:rPr>
              <a:t>had positive reactions in the medical/law community</a:t>
            </a:r>
            <a:r>
              <a:rPr lang="en" sz="1400">
                <a:solidFill>
                  <a:schemeClr val="dk1"/>
                </a:solidFill>
              </a:rPr>
              <a:t>… the idea is solid you’d just need to follow the statutes about security and Protected Health Information (PHI) and then give all your clients contracts that they’d need their patients approval to put their PHI in it.” </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“I </a:t>
            </a:r>
            <a:r>
              <a:rPr b="1" lang="en" sz="1400">
                <a:solidFill>
                  <a:schemeClr val="dk1"/>
                </a:solidFill>
              </a:rPr>
              <a:t>don’t think it’s actually that much different than a MyHealthSpace or MyChart</a:t>
            </a:r>
            <a:r>
              <a:rPr lang="en" sz="1400">
                <a:solidFill>
                  <a:schemeClr val="dk1"/>
                </a:solidFill>
              </a:rPr>
              <a:t>. I think your biggest issue would be </a:t>
            </a:r>
            <a:r>
              <a:rPr b="1" lang="en" sz="1400">
                <a:solidFill>
                  <a:schemeClr val="dk1"/>
                </a:solidFill>
              </a:rPr>
              <a:t>getting participation</a:t>
            </a:r>
            <a:r>
              <a:rPr lang="en" sz="1400">
                <a:solidFill>
                  <a:schemeClr val="dk1"/>
                </a:solidFill>
              </a:rPr>
              <a:t> because the government could only incentivize and other than that you would need to make it dirt cheap to get rural healthcare providers to participate or to get the </a:t>
            </a:r>
            <a:r>
              <a:rPr b="1" lang="en" sz="1400">
                <a:solidFill>
                  <a:schemeClr val="dk1"/>
                </a:solidFill>
              </a:rPr>
              <a:t>competitive edge</a:t>
            </a:r>
            <a:r>
              <a:rPr lang="en" sz="1400">
                <a:solidFill>
                  <a:schemeClr val="dk1"/>
                </a:solidFill>
              </a:rPr>
              <a:t> on the current platforms since it would take a lot of work to move all the PHI”</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type="title"/>
          </p:nvPr>
        </p:nvSpPr>
        <p:spPr>
          <a:xfrm>
            <a:off x="311700" y="2285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Downsides to Competitive Software…</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Trauma Nurse Educator</a:t>
            </a:r>
            <a:endParaRPr b="1"/>
          </a:p>
        </p:txBody>
      </p:sp>
      <p:sp>
        <p:nvSpPr>
          <p:cNvPr id="93" name="Google Shape;93;p20"/>
          <p:cNvSpPr txBox="1"/>
          <p:nvPr>
            <p:ph idx="1" type="body"/>
          </p:nvPr>
        </p:nvSpPr>
        <p:spPr>
          <a:xfrm>
            <a:off x="311700" y="1017725"/>
            <a:ext cx="8520600" cy="412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Downsides of current EHS: </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“You purchase modules for Epic, so not every hospital that uses it has the same features because it is dependent on hospital budget at the time of purchasing. </a:t>
            </a:r>
            <a:r>
              <a:rPr b="1" lang="en" sz="1500">
                <a:solidFill>
                  <a:schemeClr val="dk1"/>
                </a:solidFill>
              </a:rPr>
              <a:t>Limits functionality and communication with other hospitals</a:t>
            </a:r>
            <a:r>
              <a:rPr lang="en" sz="1500">
                <a:solidFill>
                  <a:schemeClr val="dk1"/>
                </a:solidFill>
              </a:rPr>
              <a:t> that use the system.”</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“Making any changes to the charting system is cumbersome and time consuming. </a:t>
            </a:r>
            <a:r>
              <a:rPr b="1" lang="en" sz="1500">
                <a:solidFill>
                  <a:schemeClr val="dk1"/>
                </a:solidFill>
              </a:rPr>
              <a:t>Limits ability for leadership to add functions that would help with regulatory compliance measures. </a:t>
            </a:r>
            <a:r>
              <a:rPr lang="en" sz="1500">
                <a:solidFill>
                  <a:schemeClr val="dk1"/>
                </a:solidFill>
              </a:rPr>
              <a:t>Often the people approving changes are not clinical and therefore don’t understand the utility of these changes.”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“Only certain outside hospitals or providers can access the medical record which </a:t>
            </a:r>
            <a:r>
              <a:rPr b="1" lang="en" sz="1500">
                <a:solidFill>
                  <a:schemeClr val="dk1"/>
                </a:solidFill>
              </a:rPr>
              <a:t>does not allow for continuity of care.</a:t>
            </a:r>
            <a:r>
              <a:rPr lang="en" sz="1500">
                <a:solidFill>
                  <a:schemeClr val="dk1"/>
                </a:solidFill>
              </a:rPr>
              <a:t> They have to belong to care everywhere. If they can’t access getting medical records can be timely and ultimately delay treatment.”</a:t>
            </a:r>
            <a:endParaRPr sz="1500">
              <a:solidFill>
                <a:schemeClr val="dk1"/>
              </a:solidFill>
            </a:endParaRPr>
          </a:p>
          <a:p>
            <a:pPr indent="0" lvl="0" marL="0" rtl="0" algn="l">
              <a:spcBef>
                <a:spcPts val="1200"/>
              </a:spcBef>
              <a:spcAft>
                <a:spcPts val="1200"/>
              </a:spcAft>
              <a:buNone/>
            </a:pPr>
            <a:r>
              <a:rPr lang="en" sz="1500">
                <a:solidFill>
                  <a:schemeClr val="dk1"/>
                </a:solidFill>
              </a:rPr>
              <a:t>I think most people </a:t>
            </a:r>
            <a:r>
              <a:rPr b="1" lang="en" sz="1500">
                <a:solidFill>
                  <a:schemeClr val="dk1"/>
                </a:solidFill>
              </a:rPr>
              <a:t>want a system that is intuitive and easy to use for people with varying technological experience</a:t>
            </a:r>
            <a:r>
              <a:rPr lang="en" sz="1500">
                <a:solidFill>
                  <a:schemeClr val="dk1"/>
                </a:solidFill>
              </a:rPr>
              <a:t>. Be able to </a:t>
            </a:r>
            <a:r>
              <a:rPr b="1" lang="en" sz="1500">
                <a:solidFill>
                  <a:schemeClr val="dk1"/>
                </a:solidFill>
              </a:rPr>
              <a:t>access even if using another EMR</a:t>
            </a:r>
            <a:r>
              <a:rPr lang="en" sz="1500">
                <a:solidFill>
                  <a:schemeClr val="dk1"/>
                </a:solidFill>
              </a:rPr>
              <a:t> with simple electronic consent.</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
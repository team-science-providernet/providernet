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c7ba14bee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c7ba14bee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c7ba14bee0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c7ba14bee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c7ba14bee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c7ba14be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Customer Discovery 4</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55000" lnSpcReduction="20000"/>
          </a:bodyPr>
          <a:lstStyle/>
          <a:p>
            <a:pPr indent="0" lvl="0" marL="0" rtl="0" algn="ctr">
              <a:spcBef>
                <a:spcPts val="0"/>
              </a:spcBef>
              <a:spcAft>
                <a:spcPts val="0"/>
              </a:spcAft>
              <a:buNone/>
            </a:pPr>
            <a:r>
              <a:rPr lang="en"/>
              <a:t>Jaden Del Rosario </a:t>
            </a:r>
            <a:endParaRPr/>
          </a:p>
          <a:p>
            <a:pPr indent="0" lvl="0" marL="0" rtl="0" algn="ctr">
              <a:spcBef>
                <a:spcPts val="0"/>
              </a:spcBef>
              <a:spcAft>
                <a:spcPts val="0"/>
              </a:spcAft>
              <a:buNone/>
            </a:pPr>
            <a:r>
              <a:rPr lang="en"/>
              <a:t>Lydia Holleman</a:t>
            </a:r>
            <a:endParaRPr/>
          </a:p>
          <a:p>
            <a:pPr indent="0" lvl="0" marL="0" rtl="0" algn="ctr">
              <a:spcBef>
                <a:spcPts val="0"/>
              </a:spcBef>
              <a:spcAft>
                <a:spcPts val="0"/>
              </a:spcAft>
              <a:buNone/>
            </a:pPr>
            <a:r>
              <a:rPr lang="en"/>
              <a:t>Lola Wood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61" name="Google Shape;61;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Forms response chart. Question title: Would the use of artificial intelligence in our company steer you away from usage?. Number of responses: 8 responses." id="62" name="Google Shape;62;p14" title="Would the use of artificial intelligence in our company steer you away from usage?"/>
          <p:cNvPicPr preferRelativeResize="0"/>
          <p:nvPr/>
        </p:nvPicPr>
        <p:blipFill>
          <a:blip r:embed="rId3">
            <a:alphaModFix/>
          </a:blip>
          <a:stretch>
            <a:fillRect/>
          </a:stretch>
        </p:blipFill>
        <p:spPr>
          <a:xfrm>
            <a:off x="203188" y="319125"/>
            <a:ext cx="8737623" cy="3677650"/>
          </a:xfrm>
          <a:prstGeom prst="rect">
            <a:avLst/>
          </a:prstGeom>
          <a:noFill/>
          <a:ln>
            <a:noFill/>
          </a:ln>
        </p:spPr>
      </p:pic>
      <p:sp>
        <p:nvSpPr>
          <p:cNvPr id="63" name="Google Shape;63;p14"/>
          <p:cNvSpPr txBox="1"/>
          <p:nvPr/>
        </p:nvSpPr>
        <p:spPr>
          <a:xfrm>
            <a:off x="311700" y="3663675"/>
            <a:ext cx="8182800" cy="11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Maybe:</a:t>
            </a:r>
            <a:endParaRPr b="1">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I just don’t like how AI is being pushed so heavily in our current state. It’s taking away creativity and individuality.</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I would just want to know why it is necessary/helpful for the company</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if somebody can hack it on the backend and get access to confidential data and proprietary data, it could cause problems. AI needs to be secure in every way possible for it to work.</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69" name="Google Shape;69;p1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Forms response chart. Question title: If you have ever been unhappy with a service similar to the one we provide, why were you unsatisfied with that service?. Number of responses: 8 responses." id="70" name="Google Shape;70;p15" title="If you have ever been unhappy with a service similar to the one we provide, why were you unsatisfied with that service?"/>
          <p:cNvPicPr preferRelativeResize="0"/>
          <p:nvPr/>
        </p:nvPicPr>
        <p:blipFill>
          <a:blip r:embed="rId3">
            <a:alphaModFix/>
          </a:blip>
          <a:stretch>
            <a:fillRect/>
          </a:stretch>
        </p:blipFill>
        <p:spPr>
          <a:xfrm>
            <a:off x="88300" y="497825"/>
            <a:ext cx="8849152" cy="40141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n=8</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3 providers</a:t>
            </a:r>
            <a:endParaRPr/>
          </a:p>
          <a:p>
            <a:pPr indent="0" lvl="0" marL="0" rtl="0" algn="l">
              <a:spcBef>
                <a:spcPts val="0"/>
              </a:spcBef>
              <a:spcAft>
                <a:spcPts val="0"/>
              </a:spcAft>
              <a:buNone/>
            </a:pPr>
            <a:r>
              <a:rPr lang="en"/>
              <a:t>5 customers</a:t>
            </a:r>
            <a:endParaRPr/>
          </a:p>
        </p:txBody>
      </p:sp>
      <p:pic>
        <p:nvPicPr>
          <p:cNvPr id="76" name="Google Shape;76;p16" title="Chart"/>
          <p:cNvPicPr preferRelativeResize="0"/>
          <p:nvPr/>
        </p:nvPicPr>
        <p:blipFill>
          <a:blip r:embed="rId3">
            <a:alphaModFix/>
          </a:blip>
          <a:stretch>
            <a:fillRect/>
          </a:stretch>
        </p:blipFill>
        <p:spPr>
          <a:xfrm>
            <a:off x="2509600" y="574275"/>
            <a:ext cx="6460875" cy="39949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
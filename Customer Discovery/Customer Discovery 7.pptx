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0fcf71d4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0fcf71d4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0fcf71d4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0fcf71d4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12c836e5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12c836e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58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Advertisement #1 					Advertisement #2</a:t>
            </a:r>
            <a:endParaRPr/>
          </a:p>
        </p:txBody>
      </p:sp>
      <p:pic>
        <p:nvPicPr>
          <p:cNvPr id="55" name="Google Shape;55;p13" title="Screenshot 2026-03-18 at 7.54.1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2074" y="522425"/>
            <a:ext cx="3473274" cy="4468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Screenshot 2026-03-18 at 7.54.4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575" y="522425"/>
            <a:ext cx="3237151" cy="4468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799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							2</a:t>
            </a:r>
            <a:endParaRPr/>
          </a:p>
        </p:txBody>
      </p:sp>
      <p:pic>
        <p:nvPicPr>
          <p:cNvPr id="62" name="Google Shape;62;p14" title="Screenshot 2026-03-18 at 7.54.1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9400" y="1399877"/>
            <a:ext cx="2131108" cy="274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 title="Screenshot 2026-03-18 at 7.54.4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371838"/>
            <a:ext cx="2006499" cy="2769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 title="Screenshot 2026-03-18 at 7.58.21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0100" y="1263350"/>
            <a:ext cx="3312200" cy="322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 title="Screenshot 2026-03-18 at 7.59.18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83888" y="304800"/>
            <a:ext cx="2584625" cy="86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 title="Screenshot 2026-03-18 at 8.00.03 PM.png"/>
          <p:cNvPicPr preferRelativeResize="0"/>
          <p:nvPr/>
        </p:nvPicPr>
        <p:blipFill rotWithShape="1">
          <a:blip r:embed="rId3">
            <a:alphaModFix/>
          </a:blip>
          <a:srcRect b="0" l="10" r="20" t="0"/>
          <a:stretch/>
        </p:blipFill>
        <p:spPr>
          <a:xfrm>
            <a:off x="2986825" y="771087"/>
            <a:ext cx="5830225" cy="360132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>
            <p:ph type="title"/>
          </p:nvPr>
        </p:nvSpPr>
        <p:spPr>
          <a:xfrm>
            <a:off x="68425" y="126600"/>
            <a:ext cx="127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			</a:t>
            </a:r>
            <a:endParaRPr/>
          </a:p>
        </p:txBody>
      </p:sp>
      <p:pic>
        <p:nvPicPr>
          <p:cNvPr id="72" name="Google Shape;72;p15" title="Screenshot 2026-03-18 at 7.54.1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8825" y="2804758"/>
            <a:ext cx="1608350" cy="2069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 title="Screenshot 2026-03-18 at 7.54.40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8825" y="126598"/>
            <a:ext cx="1608351" cy="2220224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>
            <p:ph type="title"/>
          </p:nvPr>
        </p:nvSpPr>
        <p:spPr>
          <a:xfrm>
            <a:off x="68425" y="2688525"/>
            <a:ext cx="127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			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F1F1F"/>
                </a:solidFill>
              </a:rPr>
              <a:t>What type of advertisements do you typically interact with most?</a:t>
            </a:r>
            <a:endParaRPr sz="1800"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538" y="1068175"/>
            <a:ext cx="8372919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
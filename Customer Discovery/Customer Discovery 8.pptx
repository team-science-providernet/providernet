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c26360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c26360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c263608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c263608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c263608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c263608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2c263608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2c263608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3-26 at 1.30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050" y="122725"/>
            <a:ext cx="7221899" cy="446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475" y="4590400"/>
            <a:ext cx="15430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creenshot 2026-03-26 at 1.32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64" y="147300"/>
            <a:ext cx="7287875" cy="44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488" y="4572000"/>
            <a:ext cx="15430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Screenshot 2026-03-18 at 7.54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061" y="92589"/>
            <a:ext cx="3853875" cy="495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Screenshot 2026-03-26 at 1.21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75" y="152400"/>
            <a:ext cx="797765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Screenshot 2026-03-26 at 1.24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75" y="152400"/>
            <a:ext cx="7821648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363" y="4822750"/>
            <a:ext cx="998575" cy="3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
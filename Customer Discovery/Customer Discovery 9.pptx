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37765f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37765f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37765fe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37765fe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437765f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437765f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37765fe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37765fe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37765fe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437765fe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37765fe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437765fe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37765f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437765f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437765fe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437765fe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437765fe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437765f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437765fe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437765fe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Discovery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Would you use a platform that combines all your medical records in one place?. Number of responses: 9 responses." id="61" name="Google Shape;61;p14" title="Would you use a platform that combines all your medical records in one place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63" y="649625"/>
            <a:ext cx="8710876" cy="384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How difficult is it currently to access your medical records across providers? &#10;&#10;. Number of responses: 9 responses." id="68" name="Google Shape;68;p15" title="How difficult is it currently to access your medical records across providers? &#10;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1836"/>
            <a:ext cx="9144003" cy="4339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Would you trust AI to generate a summary of your medical history?  . Number of responses: 9 responses." id="75" name="Google Shape;75;p16" title="Would you trust AI to generate a summary of your medical history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9635"/>
            <a:ext cx="9144003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How comfortable are you with your medical data being used by AI?  . Number of responses: 9 responses." id="82" name="Google Shape;82;p17" title="How comfortable are you with your medical data being used by AI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1836"/>
            <a:ext cx="9144003" cy="4339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Description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 Our platform securely aggregates your medical records across providers and uses AI to generate a clean, easy-to-read patient summary. This helps doctors make faster, more accurate decisions.  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  After hearing this, would you use or buy this product?  . Number of responses: 9 responses." id="95" name="Google Shape;95;p19" title="  After hearing this, would you use or buy this product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9635"/>
            <a:ext cx="9144003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 How useful would this be for managing your healthcare?  . Number of responses: 9 responses." id="102" name="Google Shape;102;p20" title=" How useful would this be for managing your healthcare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1836"/>
            <a:ext cx="9144003" cy="4339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HIPAA Compliance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1F1F1F"/>
                </a:solidFill>
                <a:highlight>
                  <a:srgbClr val="FFFFFF"/>
                </a:highlight>
              </a:rPr>
              <a:t>This platform is fully HIPAA-compliant and follows strict healthcare data privacy standards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 Knowing the platform is HIPAA-compliant, would you feel comfortable using it?  . Number of responses: 9 responses." id="115" name="Google Shape;115;p22" title=" Knowing the platform is HIPAA-compliant, would you feel comfortable using it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9635"/>
            <a:ext cx="9144003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orms response chart. Question title:  Did this information change your answer about using the product?  . Number of responses: 9 responses." id="122" name="Google Shape;122;p23" title=" Did this information change your answer about using the product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9635"/>
            <a:ext cx="9144003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
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Hanken Grotesk Medium"/>
      <p:regular r:id="rId18"/>
      <p:bold r:id="rId19"/>
      <p:italic r:id="rId20"/>
      <p:boldItalic r:id="rId21"/>
    </p:embeddedFont>
    <p:embeddedFont>
      <p:font typeface="Neuton Light"/>
      <p:regular r:id="rId22"/>
      <p:bold r:id="rId23"/>
      <p:boldItalic r:id="rId24"/>
    </p:embeddedFont>
    <p:embeddedFont>
      <p:font typeface="Hanken Grotesk"/>
      <p:regular r:id="rId25"/>
      <p:bold r:id="rId26"/>
      <p:italic r:id="rId27"/>
      <p:boldItalic r:id="rId28"/>
    </p:embeddedFont>
    <p:embeddedFont>
      <p:font typeface="Hanken Grotesk SemiBold"/>
      <p:regular r:id="rId29"/>
      <p:bold r:id="rId30"/>
      <p:italic r:id="rId31"/>
      <p:boldItalic r:id="rId32"/>
    </p:embeddedFont>
    <p:embeddedFont>
      <p:font typeface="Neuton"/>
      <p:regular r:id="rId33"/>
      <p:bold r:id="rId34"/>
      <p:italic r:id="rId35"/>
    </p:embeddedFont>
    <p:embeddedFont>
      <p:font typeface="Hanken Grotesk Light"/>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ankenGroteskMedium-italic.fntdata"/><Relationship Id="rId22" Type="http://schemas.openxmlformats.org/officeDocument/2006/relationships/font" Target="fonts/NeutonLight-regular.fntdata"/><Relationship Id="rId21" Type="http://schemas.openxmlformats.org/officeDocument/2006/relationships/font" Target="fonts/HankenGroteskMedium-boldItalic.fntdata"/><Relationship Id="rId24" Type="http://schemas.openxmlformats.org/officeDocument/2006/relationships/font" Target="fonts/NeutonLight-boldItalic.fntdata"/><Relationship Id="rId23" Type="http://schemas.openxmlformats.org/officeDocument/2006/relationships/font" Target="fonts/Neuton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ankenGrotesk-bold.fntdata"/><Relationship Id="rId25" Type="http://schemas.openxmlformats.org/officeDocument/2006/relationships/font" Target="fonts/HankenGrotesk-regular.fntdata"/><Relationship Id="rId28" Type="http://schemas.openxmlformats.org/officeDocument/2006/relationships/font" Target="fonts/HankenGrotesk-boldItalic.fntdata"/><Relationship Id="rId27" Type="http://schemas.openxmlformats.org/officeDocument/2006/relationships/font" Target="fonts/HankenGrotesk-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ankenGroteskSemiBol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ankenGroteskSemiBold-italic.fntdata"/><Relationship Id="rId30" Type="http://schemas.openxmlformats.org/officeDocument/2006/relationships/font" Target="fonts/HankenGroteskSemiBold-bold.fntdata"/><Relationship Id="rId11" Type="http://schemas.openxmlformats.org/officeDocument/2006/relationships/slide" Target="slides/slide6.xml"/><Relationship Id="rId33" Type="http://schemas.openxmlformats.org/officeDocument/2006/relationships/font" Target="fonts/Neuton-regular.fntdata"/><Relationship Id="rId10" Type="http://schemas.openxmlformats.org/officeDocument/2006/relationships/slide" Target="slides/slide5.xml"/><Relationship Id="rId32" Type="http://schemas.openxmlformats.org/officeDocument/2006/relationships/font" Target="fonts/HankenGroteskSemiBold-boldItalic.fntdata"/><Relationship Id="rId13" Type="http://schemas.openxmlformats.org/officeDocument/2006/relationships/slide" Target="slides/slide8.xml"/><Relationship Id="rId35" Type="http://schemas.openxmlformats.org/officeDocument/2006/relationships/font" Target="fonts/Neuton-italic.fntdata"/><Relationship Id="rId12" Type="http://schemas.openxmlformats.org/officeDocument/2006/relationships/slide" Target="slides/slide7.xml"/><Relationship Id="rId34" Type="http://schemas.openxmlformats.org/officeDocument/2006/relationships/font" Target="fonts/Neuton-bold.fntdata"/><Relationship Id="rId15" Type="http://schemas.openxmlformats.org/officeDocument/2006/relationships/slide" Target="slides/slide10.xml"/><Relationship Id="rId37" Type="http://schemas.openxmlformats.org/officeDocument/2006/relationships/font" Target="fonts/HankenGroteskLight-bold.fntdata"/><Relationship Id="rId14" Type="http://schemas.openxmlformats.org/officeDocument/2006/relationships/slide" Target="slides/slide9.xml"/><Relationship Id="rId36" Type="http://schemas.openxmlformats.org/officeDocument/2006/relationships/font" Target="fonts/HankenGroteskLight-regular.fntdata"/><Relationship Id="rId17" Type="http://schemas.openxmlformats.org/officeDocument/2006/relationships/slide" Target="slides/slide12.xml"/><Relationship Id="rId39" Type="http://schemas.openxmlformats.org/officeDocument/2006/relationships/font" Target="fonts/HankenGroteskLight-boldItalic.fntdata"/><Relationship Id="rId16" Type="http://schemas.openxmlformats.org/officeDocument/2006/relationships/slide" Target="slides/slide11.xml"/><Relationship Id="rId38" Type="http://schemas.openxmlformats.org/officeDocument/2006/relationships/font" Target="fonts/HankenGroteskLight-italic.fntdata"/><Relationship Id="rId19" Type="http://schemas.openxmlformats.org/officeDocument/2006/relationships/font" Target="fonts/HankenGroteskMedium-bold.fntdata"/><Relationship Id="rId18" Type="http://schemas.openxmlformats.org/officeDocument/2006/relationships/font" Target="fonts/HankenGrotesk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c772f0a8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c772f0a8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c7a9d6bfa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c7a9d6bfa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c772f0a85b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c772f0a85b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c772f0a85b_0_1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c772f0a85b_0_1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c772f0a85b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c772f0a85b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c772f0a85b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3c772f0a85b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c772f0a85b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c772f0a85b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c772f0a85b_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3c772f0a85b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c772f0a85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3c772f0a85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c772f0a85b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3c772f0a85b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c772f0a85b_0_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3c772f0a85b_0_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c7c44cfa2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3c7c44cfa2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Background">
  <p:cSld name="CUSTOM">
    <p:bg>
      <p:bgPr>
        <a:solidFill>
          <a:schemeClr val="dk2"/>
        </a:solidFill>
      </p:bgPr>
    </p:bg>
    <p:spTree>
      <p:nvGrpSpPr>
        <p:cNvPr id="9" name="Shape 9"/>
        <p:cNvGrpSpPr/>
        <p:nvPr/>
      </p:nvGrpSpPr>
      <p:grpSpPr>
        <a:xfrm>
          <a:off x="0" y="0"/>
          <a:ext cx="0" cy="0"/>
          <a:chOff x="0" y="0"/>
          <a:chExt cx="0" cy="0"/>
        </a:xfrm>
      </p:grpSpPr>
      <p:sp>
        <p:nvSpPr>
          <p:cNvPr id="10" name="Google Shape;10;p2"/>
          <p:cNvSpPr/>
          <p:nvPr/>
        </p:nvSpPr>
        <p:spPr>
          <a:xfrm>
            <a:off x="-2450" y="486600"/>
            <a:ext cx="9144000" cy="46569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cxnSp>
        <p:nvCxnSpPr>
          <p:cNvPr id="11" name="Google Shape;11;p2"/>
          <p:cNvCxnSpPr/>
          <p:nvPr/>
        </p:nvCxnSpPr>
        <p:spPr>
          <a:xfrm rot="10800000">
            <a:off x="593700" y="3671900"/>
            <a:ext cx="7948200" cy="0"/>
          </a:xfrm>
          <a:prstGeom prst="straightConnector1">
            <a:avLst/>
          </a:prstGeom>
          <a:noFill/>
          <a:ln cap="flat" cmpd="sng" w="9525">
            <a:solidFill>
              <a:schemeClr val="dk1"/>
            </a:solidFill>
            <a:prstDash val="solid"/>
            <a:round/>
            <a:headEnd len="sm" w="sm" type="none"/>
            <a:tailEnd len="sm" w="sm" type="none"/>
          </a:ln>
        </p:spPr>
      </p:cxnSp>
      <p:sp>
        <p:nvSpPr>
          <p:cNvPr id="12" name="Google Shape;12;p2"/>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13" name="Google Shape;13;p2"/>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SzPts val="1000"/>
              <a:buFont typeface="Hanken Grotesk"/>
              <a:buChar char="●"/>
              <a:defRPr/>
            </a:lvl1pPr>
            <a:lvl2pPr indent="-292100" lvl="1" marL="914400">
              <a:spcBef>
                <a:spcPts val="0"/>
              </a:spcBef>
              <a:spcAft>
                <a:spcPts val="0"/>
              </a:spcAft>
              <a:buSzPts val="1000"/>
              <a:buFont typeface="Hanken Grotesk"/>
              <a:buChar char="○"/>
              <a:defRPr/>
            </a:lvl2pPr>
            <a:lvl3pPr indent="-292100" lvl="2" marL="1371600">
              <a:spcBef>
                <a:spcPts val="0"/>
              </a:spcBef>
              <a:spcAft>
                <a:spcPts val="0"/>
              </a:spcAft>
              <a:buSzPts val="1000"/>
              <a:buFont typeface="Hanken Grotesk"/>
              <a:buChar char="■"/>
              <a:defRPr/>
            </a:lvl3pPr>
            <a:lvl4pPr indent="-292100" lvl="3" marL="1828800">
              <a:spcBef>
                <a:spcPts val="0"/>
              </a:spcBef>
              <a:spcAft>
                <a:spcPts val="0"/>
              </a:spcAft>
              <a:buSzPts val="1000"/>
              <a:buFont typeface="Hanken Grotesk"/>
              <a:buChar char="●"/>
              <a:defRPr/>
            </a:lvl4pPr>
            <a:lvl5pPr indent="-292100" lvl="4" marL="2286000">
              <a:spcBef>
                <a:spcPts val="0"/>
              </a:spcBef>
              <a:spcAft>
                <a:spcPts val="0"/>
              </a:spcAft>
              <a:buSzPts val="1000"/>
              <a:buFont typeface="Hanken Grotesk"/>
              <a:buChar char="○"/>
              <a:defRPr/>
            </a:lvl5pPr>
            <a:lvl6pPr indent="-292100" lvl="5" marL="2743200">
              <a:spcBef>
                <a:spcPts val="0"/>
              </a:spcBef>
              <a:spcAft>
                <a:spcPts val="0"/>
              </a:spcAft>
              <a:buSzPts val="1000"/>
              <a:buFont typeface="Hanken Grotesk"/>
              <a:buChar char="■"/>
              <a:defRPr/>
            </a:lvl6pPr>
            <a:lvl7pPr indent="-292100" lvl="6" marL="3200400">
              <a:spcBef>
                <a:spcPts val="0"/>
              </a:spcBef>
              <a:spcAft>
                <a:spcPts val="0"/>
              </a:spcAft>
              <a:buSzPts val="1000"/>
              <a:buFont typeface="Hanken Grotesk"/>
              <a:buChar char="●"/>
              <a:defRPr/>
            </a:lvl7pPr>
            <a:lvl8pPr indent="-292100" lvl="7" marL="3657600">
              <a:spcBef>
                <a:spcPts val="0"/>
              </a:spcBef>
              <a:spcAft>
                <a:spcPts val="0"/>
              </a:spcAft>
              <a:buSzPts val="1000"/>
              <a:buFont typeface="Hanken Grotesk"/>
              <a:buChar char="○"/>
              <a:defRPr/>
            </a:lvl8pPr>
            <a:lvl9pPr indent="-292100" lvl="8" marL="4114800">
              <a:spcBef>
                <a:spcPts val="0"/>
              </a:spcBef>
              <a:spcAft>
                <a:spcPts val="0"/>
              </a:spcAft>
              <a:buSzPts val="1000"/>
              <a:buFont typeface="Hanken Grotesk"/>
              <a:buChar char="■"/>
              <a:defRPr/>
            </a:lvl9pPr>
          </a:lstStyle>
          <a:p/>
        </p:txBody>
      </p:sp>
      <p:sp>
        <p:nvSpPr>
          <p:cNvPr id="14" name="Google Shape;14;p2"/>
          <p:cNvSpPr txBox="1"/>
          <p:nvPr>
            <p:ph idx="2"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 name="Google Shape;15;p2"/>
          <p:cNvSpPr txBox="1"/>
          <p:nvPr>
            <p:ph idx="3" type="subTitle"/>
          </p:nvPr>
        </p:nvSpPr>
        <p:spPr>
          <a:xfrm>
            <a:off x="5539488" y="4387200"/>
            <a:ext cx="1501200" cy="183600"/>
          </a:xfrm>
          <a:prstGeom prst="rect">
            <a:avLst/>
          </a:prstGeom>
        </p:spPr>
        <p:txBody>
          <a:bodyPr anchorCtr="0" anchor="ctr" bIns="0" lIns="0" spcFirstLastPara="1" rIns="0" wrap="square" tIns="0">
            <a:normAutofit/>
          </a:bodyPr>
          <a:lstStyle>
            <a:lvl1pPr lvl="0" algn="r">
              <a:spcBef>
                <a:spcPts val="0"/>
              </a:spcBef>
              <a:spcAft>
                <a:spcPts val="0"/>
              </a:spcAft>
              <a:buSzPts val="1200"/>
              <a:buFont typeface="Hanken Grotesk"/>
              <a:buNone/>
              <a:defRPr sz="12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6" name="Google Shape;16;p2"/>
          <p:cNvSpPr txBox="1"/>
          <p:nvPr>
            <p:ph idx="4" type="subTitle"/>
          </p:nvPr>
        </p:nvSpPr>
        <p:spPr>
          <a:xfrm>
            <a:off x="7040700" y="4387200"/>
            <a:ext cx="1501200" cy="183600"/>
          </a:xfrm>
          <a:prstGeom prst="rect">
            <a:avLst/>
          </a:prstGeom>
        </p:spPr>
        <p:txBody>
          <a:bodyPr anchorCtr="0" anchor="ctr" bIns="0" lIns="0" spcFirstLastPara="1" rIns="0" wrap="square" tIns="0">
            <a:normAutofit/>
          </a:bodyPr>
          <a:lstStyle>
            <a:lvl1pPr lvl="0" algn="r">
              <a:spcBef>
                <a:spcPts val="0"/>
              </a:spcBef>
              <a:spcAft>
                <a:spcPts val="0"/>
              </a:spcAft>
              <a:buSzPts val="1200"/>
              <a:buFont typeface="Hanken Grotesk"/>
              <a:buNone/>
              <a:defRPr sz="12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CUSTOM_7_1_1_1_1_1_1_1_1_1_1_1_1_1_1_1_1_1">
    <p:spTree>
      <p:nvGrpSpPr>
        <p:cNvPr id="17" name="Shape 17"/>
        <p:cNvGrpSpPr/>
        <p:nvPr/>
      </p:nvGrpSpPr>
      <p:grpSpPr>
        <a:xfrm>
          <a:off x="0" y="0"/>
          <a:ext cx="0" cy="0"/>
          <a:chOff x="0" y="0"/>
          <a:chExt cx="0" cy="0"/>
        </a:xfrm>
      </p:grpSpPr>
      <p:sp>
        <p:nvSpPr>
          <p:cNvPr id="18" name="Google Shape;18;p3"/>
          <p:cNvSpPr txBox="1"/>
          <p:nvPr>
            <p:ph idx="1" type="subTitle"/>
          </p:nvPr>
        </p:nvSpPr>
        <p:spPr>
          <a:xfrm>
            <a:off x="4322100" y="470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19" name="Google Shape;19;p3"/>
          <p:cNvSpPr txBox="1"/>
          <p:nvPr>
            <p:ph idx="2" type="subTitle"/>
          </p:nvPr>
        </p:nvSpPr>
        <p:spPr>
          <a:xfrm>
            <a:off x="4322100" y="538525"/>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0" name="Google Shape;20;p3"/>
          <p:cNvSpPr txBox="1"/>
          <p:nvPr>
            <p:ph idx="3" type="subTitle"/>
          </p:nvPr>
        </p:nvSpPr>
        <p:spPr>
          <a:xfrm>
            <a:off x="4322100" y="10613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1" name="Google Shape;21;p3"/>
          <p:cNvSpPr txBox="1"/>
          <p:nvPr>
            <p:ph idx="4" type="subTitle"/>
          </p:nvPr>
        </p:nvSpPr>
        <p:spPr>
          <a:xfrm>
            <a:off x="4322100" y="15602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2" name="Google Shape;22;p3"/>
          <p:cNvSpPr txBox="1"/>
          <p:nvPr>
            <p:ph idx="5" type="subTitle"/>
          </p:nvPr>
        </p:nvSpPr>
        <p:spPr>
          <a:xfrm>
            <a:off x="4322100" y="209436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3" name="Google Shape;23;p3"/>
          <p:cNvSpPr txBox="1"/>
          <p:nvPr>
            <p:ph idx="6" type="subTitle"/>
          </p:nvPr>
        </p:nvSpPr>
        <p:spPr>
          <a:xfrm>
            <a:off x="4322100" y="26053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4" name="Google Shape;24;p3"/>
          <p:cNvSpPr txBox="1"/>
          <p:nvPr>
            <p:ph idx="7" type="subTitle"/>
          </p:nvPr>
        </p:nvSpPr>
        <p:spPr>
          <a:xfrm>
            <a:off x="4322100" y="31201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5" name="Google Shape;25;p3"/>
          <p:cNvSpPr txBox="1"/>
          <p:nvPr>
            <p:ph idx="8" type="subTitle"/>
          </p:nvPr>
        </p:nvSpPr>
        <p:spPr>
          <a:xfrm>
            <a:off x="4322100" y="3634825"/>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6" name="Google Shape;26;p3"/>
          <p:cNvSpPr txBox="1"/>
          <p:nvPr>
            <p:ph idx="9" type="subTitle"/>
          </p:nvPr>
        </p:nvSpPr>
        <p:spPr>
          <a:xfrm>
            <a:off x="4322100" y="4152488"/>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7" name="Google Shape;27;p3"/>
          <p:cNvSpPr txBox="1"/>
          <p:nvPr>
            <p:ph idx="13" type="subTitle"/>
          </p:nvPr>
        </p:nvSpPr>
        <p:spPr>
          <a:xfrm>
            <a:off x="4322100" y="46672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8" name="Google Shape;28;p3"/>
          <p:cNvSpPr txBox="1"/>
          <p:nvPr>
            <p:ph idx="14" type="subTitle"/>
          </p:nvPr>
        </p:nvSpPr>
        <p:spPr>
          <a:xfrm>
            <a:off x="8440475" y="353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29" name="Google Shape;29;p3"/>
          <p:cNvSpPr txBox="1"/>
          <p:nvPr>
            <p:ph idx="15" type="subTitle"/>
          </p:nvPr>
        </p:nvSpPr>
        <p:spPr>
          <a:xfrm>
            <a:off x="8440475" y="526825"/>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0" name="Google Shape;30;p3"/>
          <p:cNvSpPr txBox="1"/>
          <p:nvPr>
            <p:ph idx="16" type="subTitle"/>
          </p:nvPr>
        </p:nvSpPr>
        <p:spPr>
          <a:xfrm>
            <a:off x="8440475" y="10496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1" name="Google Shape;31;p3"/>
          <p:cNvSpPr txBox="1"/>
          <p:nvPr>
            <p:ph idx="17" type="subTitle"/>
          </p:nvPr>
        </p:nvSpPr>
        <p:spPr>
          <a:xfrm>
            <a:off x="8440475" y="15485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2" name="Google Shape;32;p3"/>
          <p:cNvSpPr txBox="1"/>
          <p:nvPr>
            <p:ph idx="18" type="subTitle"/>
          </p:nvPr>
        </p:nvSpPr>
        <p:spPr>
          <a:xfrm>
            <a:off x="8440475" y="208266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3" name="Google Shape;33;p3"/>
          <p:cNvSpPr txBox="1"/>
          <p:nvPr>
            <p:ph idx="19" type="subTitle"/>
          </p:nvPr>
        </p:nvSpPr>
        <p:spPr>
          <a:xfrm>
            <a:off x="8440475" y="25936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4" name="Google Shape;34;p3"/>
          <p:cNvSpPr txBox="1"/>
          <p:nvPr>
            <p:ph idx="20" type="subTitle"/>
          </p:nvPr>
        </p:nvSpPr>
        <p:spPr>
          <a:xfrm>
            <a:off x="8440475" y="31084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5" name="Google Shape;35;p3"/>
          <p:cNvSpPr txBox="1"/>
          <p:nvPr>
            <p:ph idx="21" type="subTitle"/>
          </p:nvPr>
        </p:nvSpPr>
        <p:spPr>
          <a:xfrm>
            <a:off x="8440475" y="3623125"/>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6" name="Google Shape;36;p3"/>
          <p:cNvSpPr txBox="1"/>
          <p:nvPr>
            <p:ph idx="22" type="subTitle"/>
          </p:nvPr>
        </p:nvSpPr>
        <p:spPr>
          <a:xfrm>
            <a:off x="8440475" y="4140788"/>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7" name="Google Shape;37;p3"/>
          <p:cNvSpPr txBox="1"/>
          <p:nvPr>
            <p:ph idx="23" type="subTitle"/>
          </p:nvPr>
        </p:nvSpPr>
        <p:spPr>
          <a:xfrm>
            <a:off x="8440475" y="46555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8" name="Google Shape;38;p3"/>
          <p:cNvSpPr txBox="1"/>
          <p:nvPr>
            <p:ph type="title"/>
          </p:nvPr>
        </p:nvSpPr>
        <p:spPr>
          <a:xfrm>
            <a:off x="594025" y="184702"/>
            <a:ext cx="3696300" cy="153900"/>
          </a:xfrm>
          <a:prstGeom prst="rect">
            <a:avLst/>
          </a:prstGeom>
        </p:spPr>
        <p:txBody>
          <a:bodyPr anchorCtr="0" anchor="ctr" bIns="0" lIns="0" spcFirstLastPara="1" rIns="0" wrap="square" tIns="0">
            <a:normAutofit/>
          </a:bodyPr>
          <a:lstStyle>
            <a:lvl1pPr lvl="0">
              <a:spcBef>
                <a:spcPts val="0"/>
              </a:spcBef>
              <a:spcAft>
                <a:spcPts val="0"/>
              </a:spcAft>
              <a:buSzPts val="1000"/>
              <a:buFont typeface="Hanken Grotesk"/>
              <a:buNone/>
              <a:defRPr b="1" sz="1000">
                <a:latin typeface="Hanken Grotesk"/>
                <a:ea typeface="Hanken Grotesk"/>
                <a:cs typeface="Hanken Grotesk"/>
                <a:sym typeface="Hanken Grotesk"/>
              </a:defRPr>
            </a:lvl1pPr>
            <a:lvl2pPr lvl="1">
              <a:spcBef>
                <a:spcPts val="0"/>
              </a:spcBef>
              <a:spcAft>
                <a:spcPts val="0"/>
              </a:spcAft>
              <a:buSzPts val="1000"/>
              <a:buFont typeface="Hanken Grotesk"/>
              <a:buNone/>
              <a:defRPr b="1" sz="1000">
                <a:latin typeface="Hanken Grotesk"/>
                <a:ea typeface="Hanken Grotesk"/>
                <a:cs typeface="Hanken Grotesk"/>
                <a:sym typeface="Hanken Grotesk"/>
              </a:defRPr>
            </a:lvl2pPr>
            <a:lvl3pPr lvl="2">
              <a:spcBef>
                <a:spcPts val="0"/>
              </a:spcBef>
              <a:spcAft>
                <a:spcPts val="0"/>
              </a:spcAft>
              <a:buSzPts val="1000"/>
              <a:buFont typeface="Hanken Grotesk"/>
              <a:buNone/>
              <a:defRPr b="1" sz="1000">
                <a:latin typeface="Hanken Grotesk"/>
                <a:ea typeface="Hanken Grotesk"/>
                <a:cs typeface="Hanken Grotesk"/>
                <a:sym typeface="Hanken Grotesk"/>
              </a:defRPr>
            </a:lvl3pPr>
            <a:lvl4pPr lvl="3">
              <a:spcBef>
                <a:spcPts val="0"/>
              </a:spcBef>
              <a:spcAft>
                <a:spcPts val="0"/>
              </a:spcAft>
              <a:buSzPts val="1000"/>
              <a:buFont typeface="Hanken Grotesk"/>
              <a:buNone/>
              <a:defRPr b="1" sz="1000">
                <a:latin typeface="Hanken Grotesk"/>
                <a:ea typeface="Hanken Grotesk"/>
                <a:cs typeface="Hanken Grotesk"/>
                <a:sym typeface="Hanken Grotesk"/>
              </a:defRPr>
            </a:lvl4pPr>
            <a:lvl5pPr lvl="4">
              <a:spcBef>
                <a:spcPts val="0"/>
              </a:spcBef>
              <a:spcAft>
                <a:spcPts val="0"/>
              </a:spcAft>
              <a:buSzPts val="1000"/>
              <a:buFont typeface="Hanken Grotesk"/>
              <a:buNone/>
              <a:defRPr b="1" sz="1000">
                <a:latin typeface="Hanken Grotesk"/>
                <a:ea typeface="Hanken Grotesk"/>
                <a:cs typeface="Hanken Grotesk"/>
                <a:sym typeface="Hanken Grotesk"/>
              </a:defRPr>
            </a:lvl5pPr>
            <a:lvl6pPr lvl="5">
              <a:spcBef>
                <a:spcPts val="0"/>
              </a:spcBef>
              <a:spcAft>
                <a:spcPts val="0"/>
              </a:spcAft>
              <a:buSzPts val="1000"/>
              <a:buFont typeface="Hanken Grotesk"/>
              <a:buNone/>
              <a:defRPr b="1" sz="1000">
                <a:latin typeface="Hanken Grotesk"/>
                <a:ea typeface="Hanken Grotesk"/>
                <a:cs typeface="Hanken Grotesk"/>
                <a:sym typeface="Hanken Grotesk"/>
              </a:defRPr>
            </a:lvl6pPr>
            <a:lvl7pPr lvl="6">
              <a:spcBef>
                <a:spcPts val="0"/>
              </a:spcBef>
              <a:spcAft>
                <a:spcPts val="0"/>
              </a:spcAft>
              <a:buSzPts val="1000"/>
              <a:buFont typeface="Hanken Grotesk"/>
              <a:buNone/>
              <a:defRPr b="1" sz="1000">
                <a:latin typeface="Hanken Grotesk"/>
                <a:ea typeface="Hanken Grotesk"/>
                <a:cs typeface="Hanken Grotesk"/>
                <a:sym typeface="Hanken Grotesk"/>
              </a:defRPr>
            </a:lvl7pPr>
            <a:lvl8pPr lvl="7">
              <a:spcBef>
                <a:spcPts val="0"/>
              </a:spcBef>
              <a:spcAft>
                <a:spcPts val="0"/>
              </a:spcAft>
              <a:buSzPts val="1000"/>
              <a:buFont typeface="Hanken Grotesk"/>
              <a:buNone/>
              <a:defRPr b="1" sz="1000">
                <a:latin typeface="Hanken Grotesk"/>
                <a:ea typeface="Hanken Grotesk"/>
                <a:cs typeface="Hanken Grotesk"/>
                <a:sym typeface="Hanken Grotesk"/>
              </a:defRPr>
            </a:lvl8pPr>
            <a:lvl9pPr lvl="8">
              <a:spcBef>
                <a:spcPts val="0"/>
              </a:spcBef>
              <a:spcAft>
                <a:spcPts val="0"/>
              </a:spcAft>
              <a:buSzPts val="1000"/>
              <a:buFont typeface="Hanken Grotesk"/>
              <a:buNone/>
              <a:defRPr b="1" sz="1000">
                <a:latin typeface="Hanken Grotesk"/>
                <a:ea typeface="Hanken Grotesk"/>
                <a:cs typeface="Hanken Grotesk"/>
                <a:sym typeface="Hanken Grotesk"/>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Folder Orange">
  <p:cSld name="CUSTOM_1">
    <p:spTree>
      <p:nvGrpSpPr>
        <p:cNvPr id="39" name="Shape 39"/>
        <p:cNvGrpSpPr/>
        <p:nvPr/>
      </p:nvGrpSpPr>
      <p:grpSpPr>
        <a:xfrm>
          <a:off x="0" y="0"/>
          <a:ext cx="0" cy="0"/>
          <a:chOff x="0" y="0"/>
          <a:chExt cx="0" cy="0"/>
        </a:xfrm>
      </p:grpSpPr>
      <p:sp>
        <p:nvSpPr>
          <p:cNvPr id="40" name="Google Shape;40;p4"/>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1" name="Google Shape;41;p4"/>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2" name="Google Shape;42;p4"/>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3" name="Google Shape;43;p4"/>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4" name="Google Shape;44;p4"/>
          <p:cNvSpPr txBox="1"/>
          <p:nvPr>
            <p:ph idx="4"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5" name="Google Shape;45;p4"/>
          <p:cNvSpPr txBox="1"/>
          <p:nvPr>
            <p:ph type="title"/>
          </p:nvPr>
        </p:nvSpPr>
        <p:spPr>
          <a:xfrm>
            <a:off x="1399000" y="2328176"/>
            <a:ext cx="6881700" cy="7815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6" name="Google Shape;46;p4"/>
          <p:cNvSpPr txBox="1"/>
          <p:nvPr>
            <p:ph idx="5" type="title"/>
          </p:nvPr>
        </p:nvSpPr>
        <p:spPr>
          <a:xfrm>
            <a:off x="1399000" y="3779000"/>
            <a:ext cx="6881700" cy="7740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7" name="Google Shape;47;p4"/>
          <p:cNvSpPr txBox="1"/>
          <p:nvPr>
            <p:ph idx="6" type="title"/>
          </p:nvPr>
        </p:nvSpPr>
        <p:spPr>
          <a:xfrm>
            <a:off x="1399000" y="858998"/>
            <a:ext cx="6881700" cy="7815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8" name="Google Shape;48;p4"/>
          <p:cNvSpPr/>
          <p:nvPr/>
        </p:nvSpPr>
        <p:spPr>
          <a:xfrm>
            <a:off x="1399001" y="4559050"/>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9" name="Google Shape;49;p4"/>
          <p:cNvSpPr/>
          <p:nvPr/>
        </p:nvSpPr>
        <p:spPr>
          <a:xfrm>
            <a:off x="1399026" y="3106187"/>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50" name="Google Shape;50;p4"/>
          <p:cNvSpPr/>
          <p:nvPr/>
        </p:nvSpPr>
        <p:spPr>
          <a:xfrm>
            <a:off x="1399001" y="1640387"/>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51" name="Google Shape;51;p4"/>
          <p:cNvSpPr txBox="1"/>
          <p:nvPr>
            <p:ph idx="7" type="title"/>
          </p:nvPr>
        </p:nvSpPr>
        <p:spPr>
          <a:xfrm>
            <a:off x="1552450" y="3144818"/>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52" name="Google Shape;52;p4"/>
          <p:cNvSpPr txBox="1"/>
          <p:nvPr>
            <p:ph idx="8" type="title"/>
          </p:nvPr>
        </p:nvSpPr>
        <p:spPr>
          <a:xfrm>
            <a:off x="1552450" y="4601474"/>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53" name="Google Shape;53;p4"/>
          <p:cNvSpPr txBox="1"/>
          <p:nvPr>
            <p:ph idx="9" type="title"/>
          </p:nvPr>
        </p:nvSpPr>
        <p:spPr>
          <a:xfrm>
            <a:off x="1552450" y="1678277"/>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54" name="Google Shape;54;p4"/>
          <p:cNvSpPr/>
          <p:nvPr>
            <p:ph idx="13" type="pic"/>
          </p:nvPr>
        </p:nvSpPr>
        <p:spPr>
          <a:xfrm>
            <a:off x="325850" y="928525"/>
            <a:ext cx="930900" cy="930900"/>
          </a:xfrm>
          <a:prstGeom prst="roundRect">
            <a:avLst>
              <a:gd fmla="val 12343" name="adj"/>
            </a:avLst>
          </a:prstGeom>
          <a:solidFill>
            <a:schemeClr val="lt1"/>
          </a:solidFill>
          <a:ln>
            <a:noFill/>
          </a:ln>
        </p:spPr>
      </p:sp>
      <p:sp>
        <p:nvSpPr>
          <p:cNvPr id="55" name="Google Shape;55;p4"/>
          <p:cNvSpPr/>
          <p:nvPr>
            <p:ph idx="14" type="pic"/>
          </p:nvPr>
        </p:nvSpPr>
        <p:spPr>
          <a:xfrm>
            <a:off x="325850" y="2396325"/>
            <a:ext cx="930900" cy="930900"/>
          </a:xfrm>
          <a:prstGeom prst="roundRect">
            <a:avLst>
              <a:gd fmla="val 12343" name="adj"/>
            </a:avLst>
          </a:prstGeom>
          <a:solidFill>
            <a:schemeClr val="lt1"/>
          </a:solidFill>
          <a:ln>
            <a:noFill/>
          </a:ln>
        </p:spPr>
      </p:sp>
      <p:sp>
        <p:nvSpPr>
          <p:cNvPr id="56" name="Google Shape;56;p4"/>
          <p:cNvSpPr/>
          <p:nvPr>
            <p:ph idx="15" type="pic"/>
          </p:nvPr>
        </p:nvSpPr>
        <p:spPr>
          <a:xfrm>
            <a:off x="325850" y="3849175"/>
            <a:ext cx="930900" cy="930900"/>
          </a:xfrm>
          <a:prstGeom prst="roundRect">
            <a:avLst>
              <a:gd fmla="val 12343" name="adj"/>
            </a:avLst>
          </a:prstGeom>
          <a:solidFill>
            <a:schemeClr val="lt1"/>
          </a:solidFill>
          <a:ln>
            <a:noFill/>
          </a:ln>
        </p:spPr>
      </p:sp>
      <p:sp>
        <p:nvSpPr>
          <p:cNvPr id="57" name="Google Shape;57;p4"/>
          <p:cNvSpPr txBox="1"/>
          <p:nvPr>
            <p:ph idx="16" type="body"/>
          </p:nvPr>
        </p:nvSpPr>
        <p:spPr>
          <a:xfrm>
            <a:off x="3060150" y="1598250"/>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8" name="Google Shape;58;p4"/>
          <p:cNvSpPr txBox="1"/>
          <p:nvPr>
            <p:ph idx="17" type="body"/>
          </p:nvPr>
        </p:nvSpPr>
        <p:spPr>
          <a:xfrm>
            <a:off x="3060150" y="3108200"/>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9" name="Google Shape;59;p4"/>
          <p:cNvSpPr txBox="1"/>
          <p:nvPr>
            <p:ph idx="18" type="body"/>
          </p:nvPr>
        </p:nvSpPr>
        <p:spPr>
          <a:xfrm>
            <a:off x="3060150" y="4553025"/>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Folder Orange 2">
  <p:cSld name="CUSTOM_1_2">
    <p:spTree>
      <p:nvGrpSpPr>
        <p:cNvPr id="60" name="Shape 60"/>
        <p:cNvGrpSpPr/>
        <p:nvPr/>
      </p:nvGrpSpPr>
      <p:grpSpPr>
        <a:xfrm>
          <a:off x="0" y="0"/>
          <a:ext cx="0" cy="0"/>
          <a:chOff x="0" y="0"/>
          <a:chExt cx="0" cy="0"/>
        </a:xfrm>
      </p:grpSpPr>
      <p:sp>
        <p:nvSpPr>
          <p:cNvPr id="61" name="Google Shape;61;p5"/>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62" name="Google Shape;62;p5"/>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63" name="Google Shape;63;p5"/>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64" name="Google Shape;64;p5"/>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65" name="Google Shape;65;p5"/>
          <p:cNvSpPr txBox="1"/>
          <p:nvPr>
            <p:ph idx="4"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66" name="Google Shape;66;p5"/>
          <p:cNvSpPr txBox="1"/>
          <p:nvPr>
            <p:ph type="title"/>
          </p:nvPr>
        </p:nvSpPr>
        <p:spPr>
          <a:xfrm>
            <a:off x="596525" y="753331"/>
            <a:ext cx="7062000" cy="8550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5"/>
          <p:cNvSpPr txBox="1"/>
          <p:nvPr>
            <p:ph idx="5" type="title"/>
          </p:nvPr>
        </p:nvSpPr>
        <p:spPr>
          <a:xfrm>
            <a:off x="1279000" y="2812875"/>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 name="Google Shape;68;p5"/>
          <p:cNvSpPr txBox="1"/>
          <p:nvPr>
            <p:ph idx="6" type="title"/>
          </p:nvPr>
        </p:nvSpPr>
        <p:spPr>
          <a:xfrm>
            <a:off x="1279000" y="3854630"/>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9" name="Google Shape;69;p5"/>
          <p:cNvSpPr txBox="1"/>
          <p:nvPr>
            <p:ph idx="7" type="title"/>
          </p:nvPr>
        </p:nvSpPr>
        <p:spPr>
          <a:xfrm>
            <a:off x="4917850" y="1749478"/>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0" name="Google Shape;70;p5"/>
          <p:cNvSpPr txBox="1"/>
          <p:nvPr>
            <p:ph idx="8" type="title"/>
          </p:nvPr>
        </p:nvSpPr>
        <p:spPr>
          <a:xfrm>
            <a:off x="4917850" y="3854630"/>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5"/>
          <p:cNvSpPr txBox="1"/>
          <p:nvPr>
            <p:ph idx="9" type="title"/>
          </p:nvPr>
        </p:nvSpPr>
        <p:spPr>
          <a:xfrm>
            <a:off x="4925175" y="2812875"/>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5"/>
          <p:cNvSpPr/>
          <p:nvPr>
            <p:ph idx="13" type="pic"/>
          </p:nvPr>
        </p:nvSpPr>
        <p:spPr>
          <a:xfrm>
            <a:off x="4021150" y="1690575"/>
            <a:ext cx="735600" cy="735600"/>
          </a:xfrm>
          <a:prstGeom prst="ellipse">
            <a:avLst/>
          </a:prstGeom>
          <a:noFill/>
          <a:ln>
            <a:noFill/>
          </a:ln>
        </p:spPr>
      </p:sp>
      <p:sp>
        <p:nvSpPr>
          <p:cNvPr id="73" name="Google Shape;73;p5"/>
          <p:cNvSpPr/>
          <p:nvPr>
            <p:ph idx="14" type="pic"/>
          </p:nvPr>
        </p:nvSpPr>
        <p:spPr>
          <a:xfrm>
            <a:off x="4021150" y="2738375"/>
            <a:ext cx="735600" cy="735600"/>
          </a:xfrm>
          <a:prstGeom prst="ellipse">
            <a:avLst/>
          </a:prstGeom>
          <a:noFill/>
          <a:ln>
            <a:noFill/>
          </a:ln>
        </p:spPr>
      </p:sp>
      <p:sp>
        <p:nvSpPr>
          <p:cNvPr id="74" name="Google Shape;74;p5"/>
          <p:cNvSpPr/>
          <p:nvPr>
            <p:ph idx="15" type="pic"/>
          </p:nvPr>
        </p:nvSpPr>
        <p:spPr>
          <a:xfrm>
            <a:off x="4021150" y="3789600"/>
            <a:ext cx="735600" cy="735600"/>
          </a:xfrm>
          <a:prstGeom prst="ellipse">
            <a:avLst/>
          </a:prstGeom>
          <a:noFill/>
          <a:ln>
            <a:noFill/>
          </a:ln>
        </p:spPr>
      </p:sp>
      <p:sp>
        <p:nvSpPr>
          <p:cNvPr id="75" name="Google Shape;75;p5"/>
          <p:cNvSpPr/>
          <p:nvPr>
            <p:ph idx="16" type="pic"/>
          </p:nvPr>
        </p:nvSpPr>
        <p:spPr>
          <a:xfrm>
            <a:off x="377300" y="1690575"/>
            <a:ext cx="735600" cy="735600"/>
          </a:xfrm>
          <a:prstGeom prst="ellipse">
            <a:avLst/>
          </a:prstGeom>
          <a:noFill/>
          <a:ln>
            <a:noFill/>
          </a:ln>
        </p:spPr>
      </p:sp>
      <p:sp>
        <p:nvSpPr>
          <p:cNvPr id="76" name="Google Shape;76;p5"/>
          <p:cNvSpPr/>
          <p:nvPr>
            <p:ph idx="17" type="pic"/>
          </p:nvPr>
        </p:nvSpPr>
        <p:spPr>
          <a:xfrm>
            <a:off x="377300" y="2738375"/>
            <a:ext cx="735600" cy="735600"/>
          </a:xfrm>
          <a:prstGeom prst="ellipse">
            <a:avLst/>
          </a:prstGeom>
          <a:noFill/>
          <a:ln>
            <a:noFill/>
          </a:ln>
        </p:spPr>
      </p:sp>
      <p:sp>
        <p:nvSpPr>
          <p:cNvPr id="77" name="Google Shape;77;p5"/>
          <p:cNvSpPr/>
          <p:nvPr>
            <p:ph idx="18" type="pic"/>
          </p:nvPr>
        </p:nvSpPr>
        <p:spPr>
          <a:xfrm>
            <a:off x="377300" y="3789600"/>
            <a:ext cx="735600" cy="735600"/>
          </a:xfrm>
          <a:prstGeom prst="ellipse">
            <a:avLst/>
          </a:prstGeom>
          <a:noFill/>
          <a:ln>
            <a:noFill/>
          </a:ln>
        </p:spPr>
      </p:sp>
      <p:sp>
        <p:nvSpPr>
          <p:cNvPr id="78" name="Google Shape;78;p5"/>
          <p:cNvSpPr txBox="1"/>
          <p:nvPr>
            <p:ph idx="19" type="title"/>
          </p:nvPr>
        </p:nvSpPr>
        <p:spPr>
          <a:xfrm>
            <a:off x="1279000" y="1749478"/>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9" name="Google Shape;79;p5"/>
          <p:cNvSpPr txBox="1"/>
          <p:nvPr>
            <p:ph idx="20" type="body"/>
          </p:nvPr>
        </p:nvSpPr>
        <p:spPr>
          <a:xfrm>
            <a:off x="1279000" y="210055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0" name="Google Shape;80;p5"/>
          <p:cNvSpPr txBox="1"/>
          <p:nvPr>
            <p:ph idx="21" type="body"/>
          </p:nvPr>
        </p:nvSpPr>
        <p:spPr>
          <a:xfrm>
            <a:off x="1279000" y="420580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1" name="Google Shape;81;p5"/>
          <p:cNvSpPr txBox="1"/>
          <p:nvPr>
            <p:ph idx="22" type="body"/>
          </p:nvPr>
        </p:nvSpPr>
        <p:spPr>
          <a:xfrm>
            <a:off x="1279000" y="3164025"/>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2" name="Google Shape;82;p5"/>
          <p:cNvSpPr txBox="1"/>
          <p:nvPr>
            <p:ph idx="23" type="body"/>
          </p:nvPr>
        </p:nvSpPr>
        <p:spPr>
          <a:xfrm>
            <a:off x="4917850" y="210055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 name="Google Shape;83;p5"/>
          <p:cNvSpPr txBox="1"/>
          <p:nvPr>
            <p:ph idx="24" type="body"/>
          </p:nvPr>
        </p:nvSpPr>
        <p:spPr>
          <a:xfrm>
            <a:off x="4917850" y="420580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4" name="Google Shape;84;p5"/>
          <p:cNvSpPr txBox="1"/>
          <p:nvPr>
            <p:ph idx="25" type="body"/>
          </p:nvPr>
        </p:nvSpPr>
        <p:spPr>
          <a:xfrm>
            <a:off x="4917850" y="3164025"/>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Folder">
  <p:cSld name="BLANK_1_1_1_1">
    <p:bg>
      <p:bgPr>
        <a:solidFill>
          <a:schemeClr val="dk2"/>
        </a:solidFill>
      </p:bgPr>
    </p:bg>
    <p:spTree>
      <p:nvGrpSpPr>
        <p:cNvPr id="85" name="Shape 85"/>
        <p:cNvGrpSpPr/>
        <p:nvPr/>
      </p:nvGrpSpPr>
      <p:grpSpPr>
        <a:xfrm>
          <a:off x="0" y="0"/>
          <a:ext cx="0" cy="0"/>
          <a:chOff x="0" y="0"/>
          <a:chExt cx="0" cy="0"/>
        </a:xfrm>
      </p:grpSpPr>
      <p:grpSp>
        <p:nvGrpSpPr>
          <p:cNvPr id="86" name="Google Shape;86;p6"/>
          <p:cNvGrpSpPr/>
          <p:nvPr/>
        </p:nvGrpSpPr>
        <p:grpSpPr>
          <a:xfrm>
            <a:off x="228600" y="210088"/>
            <a:ext cx="8686800" cy="4676475"/>
            <a:chOff x="228600" y="210088"/>
            <a:chExt cx="8686800" cy="4676475"/>
          </a:xfrm>
        </p:grpSpPr>
        <p:sp>
          <p:nvSpPr>
            <p:cNvPr id="87" name="Google Shape;87;p6"/>
            <p:cNvSpPr/>
            <p:nvPr/>
          </p:nvSpPr>
          <p:spPr>
            <a:xfrm>
              <a:off x="228600" y="566563"/>
              <a:ext cx="8686800" cy="4320000"/>
            </a:xfrm>
            <a:prstGeom prst="roundRect">
              <a:avLst>
                <a:gd fmla="val 540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88" name="Google Shape;88;p6"/>
            <p:cNvSpPr/>
            <p:nvPr/>
          </p:nvSpPr>
          <p:spPr>
            <a:xfrm>
              <a:off x="912237" y="2100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89" name="Google Shape;89;p6"/>
          <p:cNvSpPr txBox="1"/>
          <p:nvPr>
            <p:ph idx="1" type="subTitle"/>
          </p:nvPr>
        </p:nvSpPr>
        <p:spPr>
          <a:xfrm>
            <a:off x="1224650" y="210100"/>
            <a:ext cx="1676700" cy="3564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90" name="Google Shape;90;p6"/>
          <p:cNvSpPr txBox="1"/>
          <p:nvPr>
            <p:ph idx="2" type="body"/>
          </p:nvPr>
        </p:nvSpPr>
        <p:spPr>
          <a:xfrm>
            <a:off x="593775" y="3900525"/>
            <a:ext cx="4346700" cy="7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b="1" sz="1200"/>
            </a:lvl1pPr>
            <a:lvl2pPr indent="-304800" lvl="1" marL="914400">
              <a:spcBef>
                <a:spcPts val="0"/>
              </a:spcBef>
              <a:spcAft>
                <a:spcPts val="0"/>
              </a:spcAft>
              <a:buSzPts val="1200"/>
              <a:buChar char="○"/>
              <a:defRPr b="1" sz="1200"/>
            </a:lvl2pPr>
            <a:lvl3pPr indent="-304800" lvl="2" marL="1371600">
              <a:spcBef>
                <a:spcPts val="0"/>
              </a:spcBef>
              <a:spcAft>
                <a:spcPts val="0"/>
              </a:spcAft>
              <a:buSzPts val="1200"/>
              <a:buChar char="■"/>
              <a:defRPr b="1" sz="1200"/>
            </a:lvl3pPr>
            <a:lvl4pPr indent="-304800" lvl="3" marL="1828800">
              <a:spcBef>
                <a:spcPts val="0"/>
              </a:spcBef>
              <a:spcAft>
                <a:spcPts val="0"/>
              </a:spcAft>
              <a:buSzPts val="1200"/>
              <a:buChar char="●"/>
              <a:defRPr b="1" sz="1200"/>
            </a:lvl4pPr>
            <a:lvl5pPr indent="-304800" lvl="4" marL="2286000">
              <a:spcBef>
                <a:spcPts val="0"/>
              </a:spcBef>
              <a:spcAft>
                <a:spcPts val="0"/>
              </a:spcAft>
              <a:buSzPts val="1200"/>
              <a:buChar char="○"/>
              <a:defRPr b="1" sz="1200"/>
            </a:lvl5pPr>
            <a:lvl6pPr indent="-304800" lvl="5" marL="2743200">
              <a:spcBef>
                <a:spcPts val="0"/>
              </a:spcBef>
              <a:spcAft>
                <a:spcPts val="0"/>
              </a:spcAft>
              <a:buSzPts val="1200"/>
              <a:buChar char="■"/>
              <a:defRPr b="1" sz="1200"/>
            </a:lvl6pPr>
            <a:lvl7pPr indent="-304800" lvl="6" marL="3200400">
              <a:spcBef>
                <a:spcPts val="0"/>
              </a:spcBef>
              <a:spcAft>
                <a:spcPts val="0"/>
              </a:spcAft>
              <a:buSzPts val="1200"/>
              <a:buChar char="●"/>
              <a:defRPr b="1" sz="1200"/>
            </a:lvl7pPr>
            <a:lvl8pPr indent="-304800" lvl="7" marL="3657600">
              <a:spcBef>
                <a:spcPts val="0"/>
              </a:spcBef>
              <a:spcAft>
                <a:spcPts val="0"/>
              </a:spcAft>
              <a:buSzPts val="1200"/>
              <a:buChar char="○"/>
              <a:defRPr b="1" sz="1200"/>
            </a:lvl8pPr>
            <a:lvl9pPr indent="-304800" lvl="8" marL="4114800">
              <a:spcBef>
                <a:spcPts val="0"/>
              </a:spcBef>
              <a:spcAft>
                <a:spcPts val="0"/>
              </a:spcAft>
              <a:buSzPts val="1200"/>
              <a:buChar char="■"/>
              <a:defRPr b="1" sz="1200"/>
            </a:lvl9pPr>
          </a:lstStyle>
          <a:p/>
        </p:txBody>
      </p:sp>
      <p:sp>
        <p:nvSpPr>
          <p:cNvPr id="91" name="Google Shape;91;p6"/>
          <p:cNvSpPr txBox="1"/>
          <p:nvPr>
            <p:ph type="title"/>
          </p:nvPr>
        </p:nvSpPr>
        <p:spPr>
          <a:xfrm>
            <a:off x="593775" y="984700"/>
            <a:ext cx="7948200" cy="22164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sz="3000"/>
            </a:lvl2pPr>
            <a:lvl3pPr lvl="2">
              <a:spcBef>
                <a:spcPts val="0"/>
              </a:spcBef>
              <a:spcAft>
                <a:spcPts val="0"/>
              </a:spcAft>
              <a:buSzPts val="2800"/>
              <a:buNone/>
              <a:defRPr sz="3000"/>
            </a:lvl3pPr>
            <a:lvl4pPr lvl="3">
              <a:spcBef>
                <a:spcPts val="0"/>
              </a:spcBef>
              <a:spcAft>
                <a:spcPts val="0"/>
              </a:spcAft>
              <a:buSzPts val="2800"/>
              <a:buNone/>
              <a:defRPr sz="3000"/>
            </a:lvl4pPr>
            <a:lvl5pPr lvl="4">
              <a:spcBef>
                <a:spcPts val="0"/>
              </a:spcBef>
              <a:spcAft>
                <a:spcPts val="0"/>
              </a:spcAft>
              <a:buSzPts val="2800"/>
              <a:buNone/>
              <a:defRPr sz="3000"/>
            </a:lvl5pPr>
            <a:lvl6pPr lvl="5">
              <a:spcBef>
                <a:spcPts val="0"/>
              </a:spcBef>
              <a:spcAft>
                <a:spcPts val="0"/>
              </a:spcAft>
              <a:buSzPts val="2800"/>
              <a:buNone/>
              <a:defRPr sz="3000"/>
            </a:lvl6pPr>
            <a:lvl7pPr lvl="6">
              <a:spcBef>
                <a:spcPts val="0"/>
              </a:spcBef>
              <a:spcAft>
                <a:spcPts val="0"/>
              </a:spcAft>
              <a:buSzPts val="2800"/>
              <a:buNone/>
              <a:defRPr sz="3000"/>
            </a:lvl7pPr>
            <a:lvl8pPr lvl="7">
              <a:spcBef>
                <a:spcPts val="0"/>
              </a:spcBef>
              <a:spcAft>
                <a:spcPts val="0"/>
              </a:spcAft>
              <a:buSzPts val="2800"/>
              <a:buNone/>
              <a:defRPr sz="3000"/>
            </a:lvl8pPr>
            <a:lvl9pPr lvl="8">
              <a:spcBef>
                <a:spcPts val="0"/>
              </a:spcBef>
              <a:spcAft>
                <a:spcPts val="0"/>
              </a:spcAft>
              <a:buSzPts val="2800"/>
              <a:buNone/>
              <a:defRPr sz="3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7_1_1_1_1_1_1_1_1_1_1_1_1_1_1_1_1_2">
    <p:spTree>
      <p:nvGrpSpPr>
        <p:cNvPr id="92" name="Shape 92"/>
        <p:cNvGrpSpPr/>
        <p:nvPr/>
      </p:nvGrpSpPr>
      <p:grpSpPr>
        <a:xfrm>
          <a:off x="0" y="0"/>
          <a:ext cx="0" cy="0"/>
          <a:chOff x="0" y="0"/>
          <a:chExt cx="0" cy="0"/>
        </a:xfrm>
      </p:grpSpPr>
      <p:sp>
        <p:nvSpPr>
          <p:cNvPr id="93" name="Google Shape;93;p7"/>
          <p:cNvSpPr txBox="1"/>
          <p:nvPr>
            <p:ph type="title"/>
          </p:nvPr>
        </p:nvSpPr>
        <p:spPr>
          <a:xfrm>
            <a:off x="-2450" y="4759975"/>
            <a:ext cx="9150600" cy="383400"/>
          </a:xfrm>
          <a:prstGeom prst="rect">
            <a:avLst/>
          </a:prstGeom>
        </p:spPr>
        <p:txBody>
          <a:bodyPr anchorCtr="0" anchor="ctr" bIns="0" lIns="108000" spcFirstLastPara="1" rIns="108000" wrap="square" tIns="0">
            <a:noAutofit/>
          </a:bodyPr>
          <a:lstStyle>
            <a:lvl1pPr lvl="0">
              <a:lnSpc>
                <a:spcPct val="90000"/>
              </a:lnSpc>
              <a:spcBef>
                <a:spcPts val="0"/>
              </a:spcBef>
              <a:spcAft>
                <a:spcPts val="0"/>
              </a:spcAft>
              <a:buSzPts val="2800"/>
              <a:buFont typeface="Hanken Grotesk Light"/>
              <a:buNone/>
              <a:defRPr sz="1400">
                <a:latin typeface="Hanken Grotesk Light"/>
                <a:ea typeface="Hanken Grotesk Light"/>
                <a:cs typeface="Hanken Grotesk Light"/>
                <a:sym typeface="Hanken Grotesk Light"/>
              </a:defRPr>
            </a:lvl1pPr>
            <a:lvl2pPr lvl="1">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2pPr>
            <a:lvl3pPr lvl="2">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3pPr>
            <a:lvl4pPr lvl="3">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4pPr>
            <a:lvl5pPr lvl="4">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5pPr>
            <a:lvl6pPr lvl="5">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6pPr>
            <a:lvl7pPr lvl="6">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7pPr>
            <a:lvl8pPr lvl="7">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8pPr>
            <a:lvl9pPr lvl="8">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9pPr>
          </a:lstStyle>
          <a:p/>
        </p:txBody>
      </p:sp>
      <p:cxnSp>
        <p:nvCxnSpPr>
          <p:cNvPr id="94" name="Google Shape;94;p7"/>
          <p:cNvCxnSpPr/>
          <p:nvPr/>
        </p:nvCxnSpPr>
        <p:spPr>
          <a:xfrm rot="10800000">
            <a:off x="-2100" y="4759975"/>
            <a:ext cx="9148200" cy="0"/>
          </a:xfrm>
          <a:prstGeom prst="straightConnector1">
            <a:avLst/>
          </a:prstGeom>
          <a:noFill/>
          <a:ln cap="flat" cmpd="sng" w="9525">
            <a:solidFill>
              <a:schemeClr val="dk1"/>
            </a:solidFill>
            <a:prstDash val="solid"/>
            <a:round/>
            <a:headEnd len="sm" w="sm" type="none"/>
            <a:tailEnd len="sm" w="sm" type="none"/>
          </a:ln>
        </p:spPr>
      </p:cxnSp>
      <p:sp>
        <p:nvSpPr>
          <p:cNvPr id="95" name="Google Shape;95;p7"/>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96" name="Google Shape;96;p7"/>
          <p:cNvSpPr txBox="1"/>
          <p:nvPr>
            <p:ph idx="2" type="title"/>
          </p:nvPr>
        </p:nvSpPr>
        <p:spPr>
          <a:xfrm>
            <a:off x="850" y="1078988"/>
            <a:ext cx="9144000" cy="3598800"/>
          </a:xfrm>
          <a:prstGeom prst="rect">
            <a:avLst/>
          </a:prstGeom>
        </p:spPr>
        <p:txBody>
          <a:bodyPr anchorCtr="0" anchor="t" bIns="108000" lIns="252000" spcFirstLastPara="1" rIns="252000" wrap="square" tIns="0">
            <a:noAutofit/>
          </a:bodyPr>
          <a:lstStyle>
            <a:lvl1pPr lvl="0">
              <a:spcBef>
                <a:spcPts val="0"/>
              </a:spcBef>
              <a:spcAft>
                <a:spcPts val="0"/>
              </a:spcAft>
              <a:buSzPts val="30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97" name="Google Shape;97;p7"/>
          <p:cNvGrpSpPr/>
          <p:nvPr/>
        </p:nvGrpSpPr>
        <p:grpSpPr>
          <a:xfrm>
            <a:off x="1724267" y="547463"/>
            <a:ext cx="658200" cy="449397"/>
            <a:chOff x="2467317" y="547413"/>
            <a:chExt cx="658200" cy="449397"/>
          </a:xfrm>
        </p:grpSpPr>
        <p:sp>
          <p:nvSpPr>
            <p:cNvPr id="98" name="Google Shape;98;p7"/>
            <p:cNvSpPr/>
            <p:nvPr/>
          </p:nvSpPr>
          <p:spPr>
            <a:xfrm rot="5400000">
              <a:off x="2593167" y="464460"/>
              <a:ext cx="406500" cy="658200"/>
            </a:xfrm>
            <a:prstGeom prst="roundRect">
              <a:avLst>
                <a:gd fmla="val 592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99" name="Google Shape;99;p7"/>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00" name="Google Shape;100;p7"/>
          <p:cNvGrpSpPr/>
          <p:nvPr/>
        </p:nvGrpSpPr>
        <p:grpSpPr>
          <a:xfrm>
            <a:off x="981142" y="547476"/>
            <a:ext cx="658200" cy="449397"/>
            <a:chOff x="2467317" y="547413"/>
            <a:chExt cx="658200" cy="449397"/>
          </a:xfrm>
        </p:grpSpPr>
        <p:sp>
          <p:nvSpPr>
            <p:cNvPr id="101" name="Google Shape;101;p7"/>
            <p:cNvSpPr/>
            <p:nvPr/>
          </p:nvSpPr>
          <p:spPr>
            <a:xfrm rot="5400000">
              <a:off x="2593167" y="464460"/>
              <a:ext cx="406500" cy="658200"/>
            </a:xfrm>
            <a:prstGeom prst="roundRect">
              <a:avLst>
                <a:gd fmla="val 592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02" name="Google Shape;102;p7"/>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03" name="Google Shape;103;p7"/>
          <p:cNvGrpSpPr/>
          <p:nvPr/>
        </p:nvGrpSpPr>
        <p:grpSpPr>
          <a:xfrm>
            <a:off x="2467317" y="547413"/>
            <a:ext cx="658200" cy="449397"/>
            <a:chOff x="2467317" y="547413"/>
            <a:chExt cx="658200" cy="449397"/>
          </a:xfrm>
        </p:grpSpPr>
        <p:sp>
          <p:nvSpPr>
            <p:cNvPr id="104" name="Google Shape;104;p7"/>
            <p:cNvSpPr/>
            <p:nvPr/>
          </p:nvSpPr>
          <p:spPr>
            <a:xfrm rot="5400000">
              <a:off x="2593167" y="464460"/>
              <a:ext cx="406500" cy="658200"/>
            </a:xfrm>
            <a:prstGeom prst="roundRect">
              <a:avLst>
                <a:gd fmla="val 5925"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05" name="Google Shape;105;p7"/>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06" name="Google Shape;106;p7"/>
          <p:cNvGrpSpPr/>
          <p:nvPr/>
        </p:nvGrpSpPr>
        <p:grpSpPr>
          <a:xfrm>
            <a:off x="238017" y="549426"/>
            <a:ext cx="658200" cy="449397"/>
            <a:chOff x="2467317" y="547413"/>
            <a:chExt cx="658200" cy="449397"/>
          </a:xfrm>
        </p:grpSpPr>
        <p:sp>
          <p:nvSpPr>
            <p:cNvPr id="107" name="Google Shape;107;p7"/>
            <p:cNvSpPr/>
            <p:nvPr/>
          </p:nvSpPr>
          <p:spPr>
            <a:xfrm rot="5400000">
              <a:off x="2593167" y="464460"/>
              <a:ext cx="406500" cy="658200"/>
            </a:xfrm>
            <a:prstGeom prst="roundRect">
              <a:avLst>
                <a:gd fmla="val 592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08" name="Google Shape;108;p7"/>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Sections Grey">
  <p:cSld name="BLANK_1_1_1_1_1_1_1_1">
    <p:bg>
      <p:bgPr>
        <a:solidFill>
          <a:schemeClr val="dk2"/>
        </a:solidFill>
      </p:bgPr>
    </p:bg>
    <p:spTree>
      <p:nvGrpSpPr>
        <p:cNvPr id="109" name="Shape 109"/>
        <p:cNvGrpSpPr/>
        <p:nvPr/>
      </p:nvGrpSpPr>
      <p:grpSpPr>
        <a:xfrm>
          <a:off x="0" y="0"/>
          <a:ext cx="0" cy="0"/>
          <a:chOff x="0" y="0"/>
          <a:chExt cx="0" cy="0"/>
        </a:xfrm>
      </p:grpSpPr>
      <p:sp>
        <p:nvSpPr>
          <p:cNvPr id="110" name="Google Shape;110;p8"/>
          <p:cNvSpPr txBox="1"/>
          <p:nvPr>
            <p:ph idx="1" type="body"/>
          </p:nvPr>
        </p:nvSpPr>
        <p:spPr>
          <a:xfrm>
            <a:off x="172350" y="1093875"/>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11" name="Google Shape;111;p8"/>
          <p:cNvSpPr txBox="1"/>
          <p:nvPr>
            <p:ph idx="2" type="subTitle"/>
          </p:nvPr>
        </p:nvSpPr>
        <p:spPr>
          <a:xfrm>
            <a:off x="357425" y="2974373"/>
            <a:ext cx="2048400" cy="3906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8"/>
          <p:cNvSpPr txBox="1"/>
          <p:nvPr>
            <p:ph idx="3" type="subTitle"/>
          </p:nvPr>
        </p:nvSpPr>
        <p:spPr>
          <a:xfrm>
            <a:off x="357425" y="718250"/>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Font typeface="Neuton"/>
              <a:buNone/>
              <a:defRPr>
                <a:latin typeface="Neuton"/>
                <a:ea typeface="Neuton"/>
                <a:cs typeface="Neuton"/>
                <a:sym typeface="Neuton"/>
              </a:defRPr>
            </a:lvl2pPr>
            <a:lvl3pPr lvl="2">
              <a:spcBef>
                <a:spcPts val="0"/>
              </a:spcBef>
              <a:spcAft>
                <a:spcPts val="0"/>
              </a:spcAft>
              <a:buSzPts val="1400"/>
              <a:buFont typeface="Neuton"/>
              <a:buNone/>
              <a:defRPr>
                <a:latin typeface="Neuton"/>
                <a:ea typeface="Neuton"/>
                <a:cs typeface="Neuton"/>
                <a:sym typeface="Neuton"/>
              </a:defRPr>
            </a:lvl3pPr>
            <a:lvl4pPr lvl="3">
              <a:spcBef>
                <a:spcPts val="0"/>
              </a:spcBef>
              <a:spcAft>
                <a:spcPts val="0"/>
              </a:spcAft>
              <a:buSzPts val="1400"/>
              <a:buFont typeface="Neuton"/>
              <a:buNone/>
              <a:defRPr>
                <a:latin typeface="Neuton"/>
                <a:ea typeface="Neuton"/>
                <a:cs typeface="Neuton"/>
                <a:sym typeface="Neuton"/>
              </a:defRPr>
            </a:lvl4pPr>
            <a:lvl5pPr lvl="4">
              <a:spcBef>
                <a:spcPts val="0"/>
              </a:spcBef>
              <a:spcAft>
                <a:spcPts val="0"/>
              </a:spcAft>
              <a:buSzPts val="1400"/>
              <a:buFont typeface="Neuton"/>
              <a:buNone/>
              <a:defRPr>
                <a:latin typeface="Neuton"/>
                <a:ea typeface="Neuton"/>
                <a:cs typeface="Neuton"/>
                <a:sym typeface="Neuton"/>
              </a:defRPr>
            </a:lvl5pPr>
            <a:lvl6pPr lvl="5">
              <a:spcBef>
                <a:spcPts val="0"/>
              </a:spcBef>
              <a:spcAft>
                <a:spcPts val="0"/>
              </a:spcAft>
              <a:buSzPts val="1400"/>
              <a:buFont typeface="Neuton"/>
              <a:buNone/>
              <a:defRPr>
                <a:latin typeface="Neuton"/>
                <a:ea typeface="Neuton"/>
                <a:cs typeface="Neuton"/>
                <a:sym typeface="Neuton"/>
              </a:defRPr>
            </a:lvl6pPr>
            <a:lvl7pPr lvl="6">
              <a:spcBef>
                <a:spcPts val="0"/>
              </a:spcBef>
              <a:spcAft>
                <a:spcPts val="0"/>
              </a:spcAft>
              <a:buSzPts val="1400"/>
              <a:buFont typeface="Neuton"/>
              <a:buNone/>
              <a:defRPr>
                <a:latin typeface="Neuton"/>
                <a:ea typeface="Neuton"/>
                <a:cs typeface="Neuton"/>
                <a:sym typeface="Neuton"/>
              </a:defRPr>
            </a:lvl7pPr>
            <a:lvl8pPr lvl="7">
              <a:spcBef>
                <a:spcPts val="0"/>
              </a:spcBef>
              <a:spcAft>
                <a:spcPts val="0"/>
              </a:spcAft>
              <a:buSzPts val="1400"/>
              <a:buFont typeface="Neuton"/>
              <a:buNone/>
              <a:defRPr>
                <a:latin typeface="Neuton"/>
                <a:ea typeface="Neuton"/>
                <a:cs typeface="Neuton"/>
                <a:sym typeface="Neuton"/>
              </a:defRPr>
            </a:lvl8pPr>
            <a:lvl9pPr lvl="8">
              <a:spcBef>
                <a:spcPts val="0"/>
              </a:spcBef>
              <a:spcAft>
                <a:spcPts val="0"/>
              </a:spcAft>
              <a:buSzPts val="1400"/>
              <a:buFont typeface="Neuton"/>
              <a:buNone/>
              <a:defRPr>
                <a:latin typeface="Neuton"/>
                <a:ea typeface="Neuton"/>
                <a:cs typeface="Neuton"/>
                <a:sym typeface="Neuton"/>
              </a:defRPr>
            </a:lvl9pPr>
          </a:lstStyle>
          <a:p/>
        </p:txBody>
      </p:sp>
      <p:sp>
        <p:nvSpPr>
          <p:cNvPr id="113" name="Google Shape;113;p8"/>
          <p:cNvSpPr txBox="1"/>
          <p:nvPr>
            <p:ph idx="4" type="body"/>
          </p:nvPr>
        </p:nvSpPr>
        <p:spPr>
          <a:xfrm>
            <a:off x="172350" y="3362406"/>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14" name="Google Shape;114;p8"/>
          <p:cNvSpPr txBox="1"/>
          <p:nvPr>
            <p:ph idx="5"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15" name="Google Shape;115;p8"/>
          <p:cNvSpPr txBox="1"/>
          <p:nvPr>
            <p:ph idx="6" type="subTitle"/>
          </p:nvPr>
        </p:nvSpPr>
        <p:spPr>
          <a:xfrm>
            <a:off x="4814750" y="717075"/>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Font typeface="Neuton"/>
              <a:buNone/>
              <a:defRPr>
                <a:latin typeface="Neuton"/>
                <a:ea typeface="Neuton"/>
                <a:cs typeface="Neuton"/>
                <a:sym typeface="Neuton"/>
              </a:defRPr>
            </a:lvl2pPr>
            <a:lvl3pPr lvl="2">
              <a:spcBef>
                <a:spcPts val="0"/>
              </a:spcBef>
              <a:spcAft>
                <a:spcPts val="0"/>
              </a:spcAft>
              <a:buSzPts val="1400"/>
              <a:buFont typeface="Neuton"/>
              <a:buNone/>
              <a:defRPr>
                <a:latin typeface="Neuton"/>
                <a:ea typeface="Neuton"/>
                <a:cs typeface="Neuton"/>
                <a:sym typeface="Neuton"/>
              </a:defRPr>
            </a:lvl3pPr>
            <a:lvl4pPr lvl="3">
              <a:spcBef>
                <a:spcPts val="0"/>
              </a:spcBef>
              <a:spcAft>
                <a:spcPts val="0"/>
              </a:spcAft>
              <a:buSzPts val="1400"/>
              <a:buFont typeface="Neuton"/>
              <a:buNone/>
              <a:defRPr>
                <a:latin typeface="Neuton"/>
                <a:ea typeface="Neuton"/>
                <a:cs typeface="Neuton"/>
                <a:sym typeface="Neuton"/>
              </a:defRPr>
            </a:lvl4pPr>
            <a:lvl5pPr lvl="4">
              <a:spcBef>
                <a:spcPts val="0"/>
              </a:spcBef>
              <a:spcAft>
                <a:spcPts val="0"/>
              </a:spcAft>
              <a:buSzPts val="1400"/>
              <a:buFont typeface="Neuton"/>
              <a:buNone/>
              <a:defRPr>
                <a:latin typeface="Neuton"/>
                <a:ea typeface="Neuton"/>
                <a:cs typeface="Neuton"/>
                <a:sym typeface="Neuton"/>
              </a:defRPr>
            </a:lvl5pPr>
            <a:lvl6pPr lvl="5">
              <a:spcBef>
                <a:spcPts val="0"/>
              </a:spcBef>
              <a:spcAft>
                <a:spcPts val="0"/>
              </a:spcAft>
              <a:buSzPts val="1400"/>
              <a:buFont typeface="Neuton"/>
              <a:buNone/>
              <a:defRPr>
                <a:latin typeface="Neuton"/>
                <a:ea typeface="Neuton"/>
                <a:cs typeface="Neuton"/>
                <a:sym typeface="Neuton"/>
              </a:defRPr>
            </a:lvl6pPr>
            <a:lvl7pPr lvl="6">
              <a:spcBef>
                <a:spcPts val="0"/>
              </a:spcBef>
              <a:spcAft>
                <a:spcPts val="0"/>
              </a:spcAft>
              <a:buSzPts val="1400"/>
              <a:buFont typeface="Neuton"/>
              <a:buNone/>
              <a:defRPr>
                <a:latin typeface="Neuton"/>
                <a:ea typeface="Neuton"/>
                <a:cs typeface="Neuton"/>
                <a:sym typeface="Neuton"/>
              </a:defRPr>
            </a:lvl7pPr>
            <a:lvl8pPr lvl="7">
              <a:spcBef>
                <a:spcPts val="0"/>
              </a:spcBef>
              <a:spcAft>
                <a:spcPts val="0"/>
              </a:spcAft>
              <a:buSzPts val="1400"/>
              <a:buFont typeface="Neuton"/>
              <a:buNone/>
              <a:defRPr>
                <a:latin typeface="Neuton"/>
                <a:ea typeface="Neuton"/>
                <a:cs typeface="Neuton"/>
                <a:sym typeface="Neuton"/>
              </a:defRPr>
            </a:lvl8pPr>
            <a:lvl9pPr lvl="8">
              <a:spcBef>
                <a:spcPts val="0"/>
              </a:spcBef>
              <a:spcAft>
                <a:spcPts val="0"/>
              </a:spcAft>
              <a:buSzPts val="1400"/>
              <a:buFont typeface="Neuton"/>
              <a:buNone/>
              <a:defRPr>
                <a:latin typeface="Neuton"/>
                <a:ea typeface="Neuton"/>
                <a:cs typeface="Neuton"/>
                <a:sym typeface="Neuton"/>
              </a:defRPr>
            </a:lvl9pPr>
          </a:lstStyle>
          <a:p/>
        </p:txBody>
      </p:sp>
      <p:sp>
        <p:nvSpPr>
          <p:cNvPr id="116" name="Google Shape;116;p8"/>
          <p:cNvSpPr txBox="1"/>
          <p:nvPr>
            <p:ph idx="7" type="body"/>
          </p:nvPr>
        </p:nvSpPr>
        <p:spPr>
          <a:xfrm>
            <a:off x="4629675" y="1092700"/>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17" name="Google Shape;117;p8"/>
          <p:cNvSpPr txBox="1"/>
          <p:nvPr>
            <p:ph idx="8" type="subTitle"/>
          </p:nvPr>
        </p:nvSpPr>
        <p:spPr>
          <a:xfrm>
            <a:off x="4814750" y="3003375"/>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8"/>
          <p:cNvSpPr txBox="1"/>
          <p:nvPr>
            <p:ph idx="9" type="body"/>
          </p:nvPr>
        </p:nvSpPr>
        <p:spPr>
          <a:xfrm>
            <a:off x="4629675" y="3379000"/>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Data folders">
  <p:cSld name="CUSTOM_7_1_1_1_1_1_1_1_1_1_1_1_1_1_1_1_1_3">
    <p:spTree>
      <p:nvGrpSpPr>
        <p:cNvPr id="119" name="Shape 119"/>
        <p:cNvGrpSpPr/>
        <p:nvPr/>
      </p:nvGrpSpPr>
      <p:grpSpPr>
        <a:xfrm>
          <a:off x="0" y="0"/>
          <a:ext cx="0" cy="0"/>
          <a:chOff x="0" y="0"/>
          <a:chExt cx="0" cy="0"/>
        </a:xfrm>
      </p:grpSpPr>
      <p:sp>
        <p:nvSpPr>
          <p:cNvPr id="120" name="Google Shape;120;p9"/>
          <p:cNvSpPr txBox="1"/>
          <p:nvPr>
            <p:ph type="title"/>
          </p:nvPr>
        </p:nvSpPr>
        <p:spPr>
          <a:xfrm>
            <a:off x="193900"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21" name="Google Shape;121;p9"/>
          <p:cNvSpPr txBox="1"/>
          <p:nvPr>
            <p:ph idx="2" type="title"/>
          </p:nvPr>
        </p:nvSpPr>
        <p:spPr>
          <a:xfrm>
            <a:off x="193900"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22" name="Google Shape;122;p9"/>
          <p:cNvSpPr txBox="1"/>
          <p:nvPr>
            <p:ph idx="3" type="title"/>
          </p:nvPr>
        </p:nvSpPr>
        <p:spPr>
          <a:xfrm>
            <a:off x="2391238"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23" name="Google Shape;123;p9"/>
          <p:cNvSpPr txBox="1"/>
          <p:nvPr>
            <p:ph idx="4" type="title"/>
          </p:nvPr>
        </p:nvSpPr>
        <p:spPr>
          <a:xfrm>
            <a:off x="2391238"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24" name="Google Shape;124;p9"/>
          <p:cNvSpPr txBox="1"/>
          <p:nvPr>
            <p:ph idx="5" type="title"/>
          </p:nvPr>
        </p:nvSpPr>
        <p:spPr>
          <a:xfrm>
            <a:off x="4590375"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25" name="Google Shape;125;p9"/>
          <p:cNvSpPr txBox="1"/>
          <p:nvPr>
            <p:ph idx="6" type="title"/>
          </p:nvPr>
        </p:nvSpPr>
        <p:spPr>
          <a:xfrm>
            <a:off x="4590375"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26" name="Google Shape;126;p9"/>
          <p:cNvSpPr txBox="1"/>
          <p:nvPr>
            <p:ph idx="7" type="title"/>
          </p:nvPr>
        </p:nvSpPr>
        <p:spPr>
          <a:xfrm>
            <a:off x="6788925"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27" name="Google Shape;127;p9"/>
          <p:cNvSpPr txBox="1"/>
          <p:nvPr>
            <p:ph idx="8" type="title"/>
          </p:nvPr>
        </p:nvSpPr>
        <p:spPr>
          <a:xfrm>
            <a:off x="6788925"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28" name="Google Shape;128;p9"/>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29" name="Google Shape;129;p9"/>
          <p:cNvSpPr txBox="1"/>
          <p:nvPr>
            <p:ph idx="9" type="body"/>
          </p:nvPr>
        </p:nvSpPr>
        <p:spPr>
          <a:xfrm>
            <a:off x="1929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0" name="Google Shape;130;p9"/>
          <p:cNvSpPr txBox="1"/>
          <p:nvPr>
            <p:ph idx="13" type="body"/>
          </p:nvPr>
        </p:nvSpPr>
        <p:spPr>
          <a:xfrm>
            <a:off x="23912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1" name="Google Shape;131;p9"/>
          <p:cNvSpPr txBox="1"/>
          <p:nvPr>
            <p:ph idx="14" type="body"/>
          </p:nvPr>
        </p:nvSpPr>
        <p:spPr>
          <a:xfrm>
            <a:off x="45906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2" name="Google Shape;132;p9"/>
          <p:cNvSpPr txBox="1"/>
          <p:nvPr>
            <p:ph idx="15" type="body"/>
          </p:nvPr>
        </p:nvSpPr>
        <p:spPr>
          <a:xfrm>
            <a:off x="67889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Data Folders">
  <p:cSld name="CUSTOM_7_1_1_1_1_1_1_1_1_1_1_1_1_1_1_1_1_4">
    <p:spTree>
      <p:nvGrpSpPr>
        <p:cNvPr id="133" name="Shape 133"/>
        <p:cNvGrpSpPr/>
        <p:nvPr/>
      </p:nvGrpSpPr>
      <p:grpSpPr>
        <a:xfrm>
          <a:off x="0" y="0"/>
          <a:ext cx="0" cy="0"/>
          <a:chOff x="0" y="0"/>
          <a:chExt cx="0" cy="0"/>
        </a:xfrm>
      </p:grpSpPr>
      <p:sp>
        <p:nvSpPr>
          <p:cNvPr id="134" name="Google Shape;134;p10"/>
          <p:cNvSpPr txBox="1"/>
          <p:nvPr>
            <p:ph type="title"/>
          </p:nvPr>
        </p:nvSpPr>
        <p:spPr>
          <a:xfrm>
            <a:off x="193900"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35" name="Google Shape;135;p10"/>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36" name="Google Shape;136;p10"/>
          <p:cNvSpPr txBox="1"/>
          <p:nvPr>
            <p:ph idx="2" type="title"/>
          </p:nvPr>
        </p:nvSpPr>
        <p:spPr>
          <a:xfrm>
            <a:off x="3141175"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37" name="Google Shape;137;p10"/>
          <p:cNvSpPr txBox="1"/>
          <p:nvPr>
            <p:ph idx="3" type="title"/>
          </p:nvPr>
        </p:nvSpPr>
        <p:spPr>
          <a:xfrm>
            <a:off x="6088450"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38" name="Google Shape;138;p10"/>
          <p:cNvSpPr txBox="1"/>
          <p:nvPr>
            <p:ph idx="4" type="body"/>
          </p:nvPr>
        </p:nvSpPr>
        <p:spPr>
          <a:xfrm>
            <a:off x="19407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9" name="Google Shape;139;p10"/>
          <p:cNvSpPr txBox="1"/>
          <p:nvPr>
            <p:ph idx="5" type="body"/>
          </p:nvPr>
        </p:nvSpPr>
        <p:spPr>
          <a:xfrm>
            <a:off x="314052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40" name="Google Shape;140;p10"/>
          <p:cNvSpPr txBox="1"/>
          <p:nvPr>
            <p:ph idx="6" type="body"/>
          </p:nvPr>
        </p:nvSpPr>
        <p:spPr>
          <a:xfrm>
            <a:off x="608697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7_1_1_1_1_1_1_1_1_1_1_1_1_1_1_1_1_5_2">
    <p:spTree>
      <p:nvGrpSpPr>
        <p:cNvPr id="141" name="Shape 141"/>
        <p:cNvGrpSpPr/>
        <p:nvPr/>
      </p:nvGrpSpPr>
      <p:grpSpPr>
        <a:xfrm>
          <a:off x="0" y="0"/>
          <a:ext cx="0" cy="0"/>
          <a:chOff x="0" y="0"/>
          <a:chExt cx="0" cy="0"/>
        </a:xfrm>
      </p:grpSpPr>
      <p:sp>
        <p:nvSpPr>
          <p:cNvPr id="142" name="Google Shape;142;p11"/>
          <p:cNvSpPr txBox="1"/>
          <p:nvPr>
            <p:ph type="title"/>
          </p:nvPr>
        </p:nvSpPr>
        <p:spPr>
          <a:xfrm>
            <a:off x="2260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43" name="Google Shape;143;p11"/>
          <p:cNvSpPr txBox="1"/>
          <p:nvPr>
            <p:ph idx="2" type="title"/>
          </p:nvPr>
        </p:nvSpPr>
        <p:spPr>
          <a:xfrm>
            <a:off x="33251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44" name="Google Shape;144;p11"/>
          <p:cNvSpPr txBox="1"/>
          <p:nvPr>
            <p:ph idx="3" type="title"/>
          </p:nvPr>
        </p:nvSpPr>
        <p:spPr>
          <a:xfrm>
            <a:off x="227250" y="1277200"/>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45" name="Google Shape;145;p11"/>
          <p:cNvSpPr txBox="1"/>
          <p:nvPr>
            <p:ph idx="4" type="title"/>
          </p:nvPr>
        </p:nvSpPr>
        <p:spPr>
          <a:xfrm>
            <a:off x="3324478" y="1277200"/>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46" name="Google Shape;146;p11"/>
          <p:cNvSpPr txBox="1"/>
          <p:nvPr>
            <p:ph idx="5" type="title"/>
          </p:nvPr>
        </p:nvSpPr>
        <p:spPr>
          <a:xfrm>
            <a:off x="6421152" y="1277200"/>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47" name="Google Shape;147;p11"/>
          <p:cNvSpPr txBox="1"/>
          <p:nvPr>
            <p:ph idx="6" type="title"/>
          </p:nvPr>
        </p:nvSpPr>
        <p:spPr>
          <a:xfrm>
            <a:off x="64219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48" name="Google Shape;148;p11"/>
          <p:cNvSpPr txBox="1"/>
          <p:nvPr>
            <p:ph idx="7" type="title"/>
          </p:nvPr>
        </p:nvSpPr>
        <p:spPr>
          <a:xfrm>
            <a:off x="226431" y="2709100"/>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49" name="Google Shape;149;p11"/>
          <p:cNvSpPr txBox="1"/>
          <p:nvPr>
            <p:ph idx="8" type="title"/>
          </p:nvPr>
        </p:nvSpPr>
        <p:spPr>
          <a:xfrm>
            <a:off x="6419945" y="2709108"/>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0" name="Google Shape;150;p11"/>
          <p:cNvSpPr txBox="1"/>
          <p:nvPr>
            <p:ph idx="9" type="title"/>
          </p:nvPr>
        </p:nvSpPr>
        <p:spPr>
          <a:xfrm>
            <a:off x="226000" y="3996225"/>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1" name="Google Shape;151;p11"/>
          <p:cNvSpPr txBox="1"/>
          <p:nvPr>
            <p:ph idx="13" type="title"/>
          </p:nvPr>
        </p:nvSpPr>
        <p:spPr>
          <a:xfrm>
            <a:off x="3322675" y="3996228"/>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2" name="Google Shape;152;p11"/>
          <p:cNvSpPr txBox="1"/>
          <p:nvPr>
            <p:ph idx="14" type="title"/>
          </p:nvPr>
        </p:nvSpPr>
        <p:spPr>
          <a:xfrm>
            <a:off x="6419350" y="3996228"/>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3" name="Google Shape;153;p11"/>
          <p:cNvSpPr txBox="1"/>
          <p:nvPr>
            <p:ph idx="15" type="title"/>
          </p:nvPr>
        </p:nvSpPr>
        <p:spPr>
          <a:xfrm>
            <a:off x="587225"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4" name="Google Shape;154;p11"/>
          <p:cNvSpPr txBox="1"/>
          <p:nvPr>
            <p:ph idx="16" type="title"/>
          </p:nvPr>
        </p:nvSpPr>
        <p:spPr>
          <a:xfrm>
            <a:off x="36844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5" name="Google Shape;155;p11"/>
          <p:cNvSpPr txBox="1"/>
          <p:nvPr>
            <p:ph idx="17" type="title"/>
          </p:nvPr>
        </p:nvSpPr>
        <p:spPr>
          <a:xfrm>
            <a:off x="6781463"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6" name="Google Shape;156;p11"/>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57" name="Google Shape;157;p11"/>
          <p:cNvSpPr txBox="1"/>
          <p:nvPr>
            <p:ph idx="18" type="body"/>
          </p:nvPr>
        </p:nvSpPr>
        <p:spPr>
          <a:xfrm>
            <a:off x="226150" y="4230400"/>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58" name="Google Shape;158;p11"/>
          <p:cNvSpPr txBox="1"/>
          <p:nvPr>
            <p:ph idx="19" type="body"/>
          </p:nvPr>
        </p:nvSpPr>
        <p:spPr>
          <a:xfrm>
            <a:off x="3321928" y="423040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59" name="Google Shape;159;p11"/>
          <p:cNvSpPr txBox="1"/>
          <p:nvPr>
            <p:ph idx="20" type="body"/>
          </p:nvPr>
        </p:nvSpPr>
        <p:spPr>
          <a:xfrm>
            <a:off x="6417703" y="423040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0" name="Google Shape;160;p11"/>
          <p:cNvSpPr txBox="1"/>
          <p:nvPr>
            <p:ph idx="21" type="title"/>
          </p:nvPr>
        </p:nvSpPr>
        <p:spPr>
          <a:xfrm>
            <a:off x="3323270" y="2709108"/>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61" name="Google Shape;161;p11"/>
          <p:cNvSpPr txBox="1"/>
          <p:nvPr>
            <p:ph idx="22" type="body"/>
          </p:nvPr>
        </p:nvSpPr>
        <p:spPr>
          <a:xfrm>
            <a:off x="226150" y="2943275"/>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2" name="Google Shape;162;p11"/>
          <p:cNvSpPr txBox="1"/>
          <p:nvPr>
            <p:ph idx="23" type="body"/>
          </p:nvPr>
        </p:nvSpPr>
        <p:spPr>
          <a:xfrm>
            <a:off x="3321928" y="294328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3" name="Google Shape;163;p11"/>
          <p:cNvSpPr txBox="1"/>
          <p:nvPr>
            <p:ph idx="24" type="body"/>
          </p:nvPr>
        </p:nvSpPr>
        <p:spPr>
          <a:xfrm>
            <a:off x="6417703" y="294328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4" name="Google Shape;164;p11"/>
          <p:cNvSpPr txBox="1"/>
          <p:nvPr>
            <p:ph idx="25" type="body"/>
          </p:nvPr>
        </p:nvSpPr>
        <p:spPr>
          <a:xfrm>
            <a:off x="226150" y="1511375"/>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5" name="Google Shape;165;p11"/>
          <p:cNvSpPr txBox="1"/>
          <p:nvPr>
            <p:ph idx="26" type="body"/>
          </p:nvPr>
        </p:nvSpPr>
        <p:spPr>
          <a:xfrm>
            <a:off x="3321928" y="1511374"/>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6" name="Google Shape;166;p11"/>
          <p:cNvSpPr txBox="1"/>
          <p:nvPr>
            <p:ph idx="27" type="body"/>
          </p:nvPr>
        </p:nvSpPr>
        <p:spPr>
          <a:xfrm>
            <a:off x="6417703" y="1511374"/>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image ">
  <p:cSld name="CUSTOM_7_1_1_1_1_1_1_1_1_1_1_1_1_1_1_1_1_5_1">
    <p:spTree>
      <p:nvGrpSpPr>
        <p:cNvPr id="167" name="Shape 167"/>
        <p:cNvGrpSpPr/>
        <p:nvPr/>
      </p:nvGrpSpPr>
      <p:grpSpPr>
        <a:xfrm>
          <a:off x="0" y="0"/>
          <a:ext cx="0" cy="0"/>
          <a:chOff x="0" y="0"/>
          <a:chExt cx="0" cy="0"/>
        </a:xfrm>
      </p:grpSpPr>
      <p:sp>
        <p:nvSpPr>
          <p:cNvPr id="168" name="Google Shape;168;p12"/>
          <p:cNvSpPr txBox="1"/>
          <p:nvPr>
            <p:ph type="title"/>
          </p:nvPr>
        </p:nvSpPr>
        <p:spPr>
          <a:xfrm>
            <a:off x="20057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69" name="Google Shape;169;p12"/>
          <p:cNvSpPr txBox="1"/>
          <p:nvPr>
            <p:ph idx="2" type="title"/>
          </p:nvPr>
        </p:nvSpPr>
        <p:spPr>
          <a:xfrm>
            <a:off x="378325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70" name="Google Shape;170;p12"/>
          <p:cNvSpPr txBox="1"/>
          <p:nvPr>
            <p:ph idx="3" type="title"/>
          </p:nvPr>
        </p:nvSpPr>
        <p:spPr>
          <a:xfrm>
            <a:off x="55605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71" name="Google Shape;171;p12"/>
          <p:cNvSpPr txBox="1"/>
          <p:nvPr>
            <p:ph idx="4" type="title"/>
          </p:nvPr>
        </p:nvSpPr>
        <p:spPr>
          <a:xfrm>
            <a:off x="733775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72" name="Google Shape;172;p12"/>
          <p:cNvSpPr txBox="1"/>
          <p:nvPr>
            <p:ph idx="5" type="title"/>
          </p:nvPr>
        </p:nvSpPr>
        <p:spPr>
          <a:xfrm>
            <a:off x="2260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73" name="Google Shape;173;p12"/>
          <p:cNvSpPr txBox="1"/>
          <p:nvPr>
            <p:ph idx="6" type="title"/>
          </p:nvPr>
        </p:nvSpPr>
        <p:spPr>
          <a:xfrm>
            <a:off x="227250"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4" name="Google Shape;174;p12"/>
          <p:cNvSpPr txBox="1"/>
          <p:nvPr>
            <p:ph idx="7" type="title"/>
          </p:nvPr>
        </p:nvSpPr>
        <p:spPr>
          <a:xfrm>
            <a:off x="20045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5" name="Google Shape;175;p12"/>
          <p:cNvSpPr txBox="1"/>
          <p:nvPr>
            <p:ph idx="8" type="title"/>
          </p:nvPr>
        </p:nvSpPr>
        <p:spPr>
          <a:xfrm>
            <a:off x="37819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6" name="Google Shape;176;p12"/>
          <p:cNvSpPr txBox="1"/>
          <p:nvPr>
            <p:ph idx="9" type="title"/>
          </p:nvPr>
        </p:nvSpPr>
        <p:spPr>
          <a:xfrm>
            <a:off x="5559300"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7" name="Google Shape;177;p12"/>
          <p:cNvSpPr txBox="1"/>
          <p:nvPr>
            <p:ph idx="13" type="title"/>
          </p:nvPr>
        </p:nvSpPr>
        <p:spPr>
          <a:xfrm>
            <a:off x="73374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8" name="Google Shape;178;p12"/>
          <p:cNvSpPr txBox="1"/>
          <p:nvPr>
            <p:ph idx="14" type="title"/>
          </p:nvPr>
        </p:nvSpPr>
        <p:spPr>
          <a:xfrm>
            <a:off x="226425"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9" name="Google Shape;179;p12"/>
          <p:cNvSpPr txBox="1"/>
          <p:nvPr>
            <p:ph idx="15" type="title"/>
          </p:nvPr>
        </p:nvSpPr>
        <p:spPr>
          <a:xfrm>
            <a:off x="20037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0" name="Google Shape;180;p12"/>
          <p:cNvSpPr txBox="1"/>
          <p:nvPr>
            <p:ph idx="16" type="title"/>
          </p:nvPr>
        </p:nvSpPr>
        <p:spPr>
          <a:xfrm>
            <a:off x="37811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1" name="Google Shape;181;p12"/>
          <p:cNvSpPr txBox="1"/>
          <p:nvPr>
            <p:ph idx="17" type="title"/>
          </p:nvPr>
        </p:nvSpPr>
        <p:spPr>
          <a:xfrm>
            <a:off x="5558475"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2" name="Google Shape;182;p12"/>
          <p:cNvSpPr txBox="1"/>
          <p:nvPr>
            <p:ph idx="18" type="title"/>
          </p:nvPr>
        </p:nvSpPr>
        <p:spPr>
          <a:xfrm>
            <a:off x="73366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3" name="Google Shape;183;p12"/>
          <p:cNvSpPr txBox="1"/>
          <p:nvPr>
            <p:ph idx="19" type="title"/>
          </p:nvPr>
        </p:nvSpPr>
        <p:spPr>
          <a:xfrm>
            <a:off x="587225"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4" name="Google Shape;184;p12"/>
          <p:cNvSpPr txBox="1"/>
          <p:nvPr>
            <p:ph idx="20" type="title"/>
          </p:nvPr>
        </p:nvSpPr>
        <p:spPr>
          <a:xfrm>
            <a:off x="23650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5" name="Google Shape;185;p12"/>
          <p:cNvSpPr txBox="1"/>
          <p:nvPr>
            <p:ph idx="21" type="title"/>
          </p:nvPr>
        </p:nvSpPr>
        <p:spPr>
          <a:xfrm>
            <a:off x="41427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6" name="Google Shape;186;p12"/>
          <p:cNvSpPr txBox="1"/>
          <p:nvPr>
            <p:ph idx="22" type="title"/>
          </p:nvPr>
        </p:nvSpPr>
        <p:spPr>
          <a:xfrm>
            <a:off x="5921000"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7" name="Google Shape;187;p12"/>
          <p:cNvSpPr txBox="1"/>
          <p:nvPr>
            <p:ph idx="23" type="title"/>
          </p:nvPr>
        </p:nvSpPr>
        <p:spPr>
          <a:xfrm>
            <a:off x="7699213"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8" name="Google Shape;188;p12"/>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89" name="Google Shape;189;p12"/>
          <p:cNvSpPr/>
          <p:nvPr>
            <p:ph idx="24" type="pic"/>
          </p:nvPr>
        </p:nvSpPr>
        <p:spPr>
          <a:xfrm>
            <a:off x="229025" y="3718641"/>
            <a:ext cx="1580400" cy="1249200"/>
          </a:xfrm>
          <a:prstGeom prst="roundRect">
            <a:avLst>
              <a:gd fmla="val 10359" name="adj"/>
            </a:avLst>
          </a:prstGeom>
          <a:noFill/>
          <a:ln>
            <a:noFill/>
          </a:ln>
        </p:spPr>
      </p:sp>
      <p:sp>
        <p:nvSpPr>
          <p:cNvPr id="190" name="Google Shape;190;p12"/>
          <p:cNvSpPr/>
          <p:nvPr>
            <p:ph idx="25" type="pic"/>
          </p:nvPr>
        </p:nvSpPr>
        <p:spPr>
          <a:xfrm>
            <a:off x="2005675" y="3718641"/>
            <a:ext cx="1580400" cy="1249200"/>
          </a:xfrm>
          <a:prstGeom prst="roundRect">
            <a:avLst>
              <a:gd fmla="val 10359" name="adj"/>
            </a:avLst>
          </a:prstGeom>
          <a:noFill/>
          <a:ln>
            <a:noFill/>
          </a:ln>
        </p:spPr>
      </p:sp>
      <p:sp>
        <p:nvSpPr>
          <p:cNvPr id="191" name="Google Shape;191;p12"/>
          <p:cNvSpPr/>
          <p:nvPr>
            <p:ph idx="26" type="pic"/>
          </p:nvPr>
        </p:nvSpPr>
        <p:spPr>
          <a:xfrm>
            <a:off x="3784263" y="3718641"/>
            <a:ext cx="1580400" cy="1249200"/>
          </a:xfrm>
          <a:prstGeom prst="roundRect">
            <a:avLst>
              <a:gd fmla="val 10359" name="adj"/>
            </a:avLst>
          </a:prstGeom>
          <a:noFill/>
          <a:ln>
            <a:noFill/>
          </a:ln>
        </p:spPr>
      </p:sp>
      <p:sp>
        <p:nvSpPr>
          <p:cNvPr id="192" name="Google Shape;192;p12"/>
          <p:cNvSpPr/>
          <p:nvPr>
            <p:ph idx="27" type="pic"/>
          </p:nvPr>
        </p:nvSpPr>
        <p:spPr>
          <a:xfrm>
            <a:off x="5560913" y="3718641"/>
            <a:ext cx="1580400" cy="1249200"/>
          </a:xfrm>
          <a:prstGeom prst="roundRect">
            <a:avLst>
              <a:gd fmla="val 10359" name="adj"/>
            </a:avLst>
          </a:prstGeom>
          <a:noFill/>
          <a:ln>
            <a:noFill/>
          </a:ln>
        </p:spPr>
      </p:sp>
      <p:sp>
        <p:nvSpPr>
          <p:cNvPr id="193" name="Google Shape;193;p12"/>
          <p:cNvSpPr/>
          <p:nvPr>
            <p:ph idx="28" type="pic"/>
          </p:nvPr>
        </p:nvSpPr>
        <p:spPr>
          <a:xfrm>
            <a:off x="7337563" y="3718641"/>
            <a:ext cx="1580400" cy="1249200"/>
          </a:xfrm>
          <a:prstGeom prst="roundRect">
            <a:avLst>
              <a:gd fmla="val 10359" name="adj"/>
            </a:avLst>
          </a:prstGeom>
          <a:noFill/>
          <a:ln>
            <a:noFill/>
          </a:ln>
        </p:spPr>
      </p:sp>
      <p:sp>
        <p:nvSpPr>
          <p:cNvPr id="194" name="Google Shape;194;p12"/>
          <p:cNvSpPr txBox="1"/>
          <p:nvPr>
            <p:ph idx="29" type="body"/>
          </p:nvPr>
        </p:nvSpPr>
        <p:spPr>
          <a:xfrm>
            <a:off x="7337076"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5" name="Google Shape;195;p12"/>
          <p:cNvSpPr txBox="1"/>
          <p:nvPr>
            <p:ph idx="30" type="body"/>
          </p:nvPr>
        </p:nvSpPr>
        <p:spPr>
          <a:xfrm>
            <a:off x="555968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6" name="Google Shape;196;p12"/>
          <p:cNvSpPr txBox="1"/>
          <p:nvPr>
            <p:ph idx="31" type="body"/>
          </p:nvPr>
        </p:nvSpPr>
        <p:spPr>
          <a:xfrm>
            <a:off x="378218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7" name="Google Shape;197;p12"/>
          <p:cNvSpPr txBox="1"/>
          <p:nvPr>
            <p:ph idx="32" type="body"/>
          </p:nvPr>
        </p:nvSpPr>
        <p:spPr>
          <a:xfrm>
            <a:off x="2005163"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8" name="Google Shape;198;p12"/>
          <p:cNvSpPr txBox="1"/>
          <p:nvPr>
            <p:ph idx="33" type="body"/>
          </p:nvPr>
        </p:nvSpPr>
        <p:spPr>
          <a:xfrm>
            <a:off x="22673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9" name="Google Shape;199;p12"/>
          <p:cNvSpPr txBox="1"/>
          <p:nvPr>
            <p:ph idx="34" type="body"/>
          </p:nvPr>
        </p:nvSpPr>
        <p:spPr>
          <a:xfrm>
            <a:off x="733944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0" name="Google Shape;200;p12"/>
          <p:cNvSpPr txBox="1"/>
          <p:nvPr>
            <p:ph idx="35" type="body"/>
          </p:nvPr>
        </p:nvSpPr>
        <p:spPr>
          <a:xfrm>
            <a:off x="556205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1" name="Google Shape;201;p12"/>
          <p:cNvSpPr txBox="1"/>
          <p:nvPr>
            <p:ph idx="36" type="body"/>
          </p:nvPr>
        </p:nvSpPr>
        <p:spPr>
          <a:xfrm>
            <a:off x="3784555"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2" name="Google Shape;202;p12"/>
          <p:cNvSpPr txBox="1"/>
          <p:nvPr>
            <p:ph idx="37" type="body"/>
          </p:nvPr>
        </p:nvSpPr>
        <p:spPr>
          <a:xfrm>
            <a:off x="200752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3" name="Google Shape;203;p12"/>
          <p:cNvSpPr txBox="1"/>
          <p:nvPr>
            <p:ph idx="38" type="body"/>
          </p:nvPr>
        </p:nvSpPr>
        <p:spPr>
          <a:xfrm>
            <a:off x="229100"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p:cSld name="CUSTOM_1_1_1">
    <p:spTree>
      <p:nvGrpSpPr>
        <p:cNvPr id="204" name="Shape 204"/>
        <p:cNvGrpSpPr/>
        <p:nvPr/>
      </p:nvGrpSpPr>
      <p:grpSpPr>
        <a:xfrm>
          <a:off x="0" y="0"/>
          <a:ext cx="0" cy="0"/>
          <a:chOff x="0" y="0"/>
          <a:chExt cx="0" cy="0"/>
        </a:xfrm>
      </p:grpSpPr>
      <p:sp>
        <p:nvSpPr>
          <p:cNvPr id="205" name="Google Shape;205;p13"/>
          <p:cNvSpPr/>
          <p:nvPr/>
        </p:nvSpPr>
        <p:spPr>
          <a:xfrm>
            <a:off x="-2450" y="486600"/>
            <a:ext cx="9144000" cy="4656900"/>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206" name="Google Shape;206;p13"/>
          <p:cNvSpPr txBox="1"/>
          <p:nvPr>
            <p:ph type="title"/>
          </p:nvPr>
        </p:nvSpPr>
        <p:spPr>
          <a:xfrm>
            <a:off x="4228867"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07" name="Google Shape;207;p13"/>
          <p:cNvSpPr txBox="1"/>
          <p:nvPr>
            <p:ph idx="2"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08" name="Google Shape;208;p13"/>
          <p:cNvSpPr txBox="1"/>
          <p:nvPr>
            <p:ph idx="3" type="title"/>
          </p:nvPr>
        </p:nvSpPr>
        <p:spPr>
          <a:xfrm>
            <a:off x="1314610"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09" name="Google Shape;209;p13"/>
          <p:cNvSpPr txBox="1"/>
          <p:nvPr>
            <p:ph idx="4"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10" name="Google Shape;210;p13"/>
          <p:cNvSpPr txBox="1"/>
          <p:nvPr>
            <p:ph idx="5" type="title"/>
          </p:nvPr>
        </p:nvSpPr>
        <p:spPr>
          <a:xfrm>
            <a:off x="596525" y="753313"/>
            <a:ext cx="7062000" cy="6159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1" name="Google Shape;211;p13"/>
          <p:cNvSpPr txBox="1"/>
          <p:nvPr>
            <p:ph idx="1" type="subTitle"/>
          </p:nvPr>
        </p:nvSpPr>
        <p:spPr>
          <a:xfrm>
            <a:off x="1950863"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13"/>
          <p:cNvSpPr txBox="1"/>
          <p:nvPr>
            <p:ph idx="6" type="subTitle"/>
          </p:nvPr>
        </p:nvSpPr>
        <p:spPr>
          <a:xfrm>
            <a:off x="3726825"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13"/>
          <p:cNvSpPr txBox="1"/>
          <p:nvPr>
            <p:ph idx="7" type="subTitle"/>
          </p:nvPr>
        </p:nvSpPr>
        <p:spPr>
          <a:xfrm>
            <a:off x="5503900"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13"/>
          <p:cNvSpPr txBox="1"/>
          <p:nvPr>
            <p:ph idx="8" type="subTitle"/>
          </p:nvPr>
        </p:nvSpPr>
        <p:spPr>
          <a:xfrm>
            <a:off x="7282625" y="1724120"/>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13"/>
          <p:cNvSpPr txBox="1"/>
          <p:nvPr>
            <p:ph idx="9" type="subTitle"/>
          </p:nvPr>
        </p:nvSpPr>
        <p:spPr>
          <a:xfrm>
            <a:off x="337750" y="420722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16" name="Google Shape;216;p13"/>
          <p:cNvSpPr txBox="1"/>
          <p:nvPr>
            <p:ph idx="13" type="subTitle"/>
          </p:nvPr>
        </p:nvSpPr>
        <p:spPr>
          <a:xfrm>
            <a:off x="337750" y="37373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17" name="Google Shape;217;p13"/>
          <p:cNvSpPr txBox="1"/>
          <p:nvPr>
            <p:ph idx="14" type="subTitle"/>
          </p:nvPr>
        </p:nvSpPr>
        <p:spPr>
          <a:xfrm>
            <a:off x="337750" y="32477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18" name="Google Shape;218;p13"/>
          <p:cNvSpPr txBox="1"/>
          <p:nvPr>
            <p:ph idx="15" type="subTitle"/>
          </p:nvPr>
        </p:nvSpPr>
        <p:spPr>
          <a:xfrm>
            <a:off x="337750" y="27581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19" name="Google Shape;219;p13"/>
          <p:cNvSpPr txBox="1"/>
          <p:nvPr>
            <p:ph idx="16" type="subTitle"/>
          </p:nvPr>
        </p:nvSpPr>
        <p:spPr>
          <a:xfrm>
            <a:off x="337750" y="22685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20" name="Google Shape;220;p13"/>
          <p:cNvSpPr txBox="1"/>
          <p:nvPr>
            <p:ph idx="17" type="body"/>
          </p:nvPr>
        </p:nvSpPr>
        <p:spPr>
          <a:xfrm>
            <a:off x="72790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1" name="Google Shape;221;p13"/>
          <p:cNvSpPr txBox="1"/>
          <p:nvPr>
            <p:ph idx="18" type="body"/>
          </p:nvPr>
        </p:nvSpPr>
        <p:spPr>
          <a:xfrm>
            <a:off x="72790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2" name="Google Shape;222;p13"/>
          <p:cNvSpPr txBox="1"/>
          <p:nvPr>
            <p:ph idx="19" type="body"/>
          </p:nvPr>
        </p:nvSpPr>
        <p:spPr>
          <a:xfrm>
            <a:off x="72790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3" name="Google Shape;223;p13"/>
          <p:cNvSpPr txBox="1"/>
          <p:nvPr>
            <p:ph idx="20" type="body"/>
          </p:nvPr>
        </p:nvSpPr>
        <p:spPr>
          <a:xfrm>
            <a:off x="72790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4" name="Google Shape;224;p13"/>
          <p:cNvSpPr txBox="1"/>
          <p:nvPr>
            <p:ph idx="21" type="body"/>
          </p:nvPr>
        </p:nvSpPr>
        <p:spPr>
          <a:xfrm>
            <a:off x="72790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5" name="Google Shape;225;p13"/>
          <p:cNvSpPr txBox="1"/>
          <p:nvPr>
            <p:ph idx="22" type="body"/>
          </p:nvPr>
        </p:nvSpPr>
        <p:spPr>
          <a:xfrm>
            <a:off x="55039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6" name="Google Shape;226;p13"/>
          <p:cNvSpPr txBox="1"/>
          <p:nvPr>
            <p:ph idx="23" type="body"/>
          </p:nvPr>
        </p:nvSpPr>
        <p:spPr>
          <a:xfrm>
            <a:off x="55039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7" name="Google Shape;227;p13"/>
          <p:cNvSpPr txBox="1"/>
          <p:nvPr>
            <p:ph idx="24" type="body"/>
          </p:nvPr>
        </p:nvSpPr>
        <p:spPr>
          <a:xfrm>
            <a:off x="55039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8" name="Google Shape;228;p13"/>
          <p:cNvSpPr txBox="1"/>
          <p:nvPr>
            <p:ph idx="25" type="body"/>
          </p:nvPr>
        </p:nvSpPr>
        <p:spPr>
          <a:xfrm>
            <a:off x="55039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9" name="Google Shape;229;p13"/>
          <p:cNvSpPr txBox="1"/>
          <p:nvPr>
            <p:ph idx="26" type="body"/>
          </p:nvPr>
        </p:nvSpPr>
        <p:spPr>
          <a:xfrm>
            <a:off x="55039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0" name="Google Shape;230;p13"/>
          <p:cNvSpPr txBox="1"/>
          <p:nvPr>
            <p:ph idx="27" type="body"/>
          </p:nvPr>
        </p:nvSpPr>
        <p:spPr>
          <a:xfrm>
            <a:off x="3722638"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1" name="Google Shape;231;p13"/>
          <p:cNvSpPr txBox="1"/>
          <p:nvPr>
            <p:ph idx="28" type="body"/>
          </p:nvPr>
        </p:nvSpPr>
        <p:spPr>
          <a:xfrm>
            <a:off x="3722638"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2" name="Google Shape;232;p13"/>
          <p:cNvSpPr txBox="1"/>
          <p:nvPr>
            <p:ph idx="29" type="body"/>
          </p:nvPr>
        </p:nvSpPr>
        <p:spPr>
          <a:xfrm>
            <a:off x="3722638"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3" name="Google Shape;233;p13"/>
          <p:cNvSpPr txBox="1"/>
          <p:nvPr>
            <p:ph idx="30" type="body"/>
          </p:nvPr>
        </p:nvSpPr>
        <p:spPr>
          <a:xfrm>
            <a:off x="3722638"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4" name="Google Shape;234;p13"/>
          <p:cNvSpPr txBox="1"/>
          <p:nvPr>
            <p:ph idx="31" type="body"/>
          </p:nvPr>
        </p:nvSpPr>
        <p:spPr>
          <a:xfrm>
            <a:off x="3722638"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5" name="Google Shape;235;p13"/>
          <p:cNvSpPr txBox="1"/>
          <p:nvPr>
            <p:ph idx="32" type="body"/>
          </p:nvPr>
        </p:nvSpPr>
        <p:spPr>
          <a:xfrm>
            <a:off x="1941375"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6" name="Google Shape;236;p13"/>
          <p:cNvSpPr txBox="1"/>
          <p:nvPr>
            <p:ph idx="33" type="body"/>
          </p:nvPr>
        </p:nvSpPr>
        <p:spPr>
          <a:xfrm>
            <a:off x="1941375"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7" name="Google Shape;237;p13"/>
          <p:cNvSpPr txBox="1"/>
          <p:nvPr>
            <p:ph idx="34" type="body"/>
          </p:nvPr>
        </p:nvSpPr>
        <p:spPr>
          <a:xfrm>
            <a:off x="1941375"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8" name="Google Shape;238;p13"/>
          <p:cNvSpPr txBox="1"/>
          <p:nvPr>
            <p:ph idx="35" type="body"/>
          </p:nvPr>
        </p:nvSpPr>
        <p:spPr>
          <a:xfrm>
            <a:off x="1941375"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9" name="Google Shape;239;p13"/>
          <p:cNvSpPr txBox="1"/>
          <p:nvPr>
            <p:ph idx="36" type="body"/>
          </p:nvPr>
        </p:nvSpPr>
        <p:spPr>
          <a:xfrm>
            <a:off x="1941375"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2">
  <p:cSld name="CUSTOM_1_1_1_3">
    <p:spTree>
      <p:nvGrpSpPr>
        <p:cNvPr id="240" name="Shape 240"/>
        <p:cNvGrpSpPr/>
        <p:nvPr/>
      </p:nvGrpSpPr>
      <p:grpSpPr>
        <a:xfrm>
          <a:off x="0" y="0"/>
          <a:ext cx="0" cy="0"/>
          <a:chOff x="0" y="0"/>
          <a:chExt cx="0" cy="0"/>
        </a:xfrm>
      </p:grpSpPr>
      <p:sp>
        <p:nvSpPr>
          <p:cNvPr id="241" name="Google Shape;241;p14"/>
          <p:cNvSpPr/>
          <p:nvPr/>
        </p:nvSpPr>
        <p:spPr>
          <a:xfrm>
            <a:off x="-2450" y="486600"/>
            <a:ext cx="9144000" cy="4656900"/>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242" name="Google Shape;242;p14"/>
          <p:cNvSpPr txBox="1"/>
          <p:nvPr>
            <p:ph type="title"/>
          </p:nvPr>
        </p:nvSpPr>
        <p:spPr>
          <a:xfrm>
            <a:off x="4228867"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43" name="Google Shape;243;p14"/>
          <p:cNvSpPr txBox="1"/>
          <p:nvPr>
            <p:ph idx="2"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44" name="Google Shape;244;p14"/>
          <p:cNvSpPr txBox="1"/>
          <p:nvPr>
            <p:ph idx="3" type="title"/>
          </p:nvPr>
        </p:nvSpPr>
        <p:spPr>
          <a:xfrm>
            <a:off x="1314610"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45" name="Google Shape;245;p14"/>
          <p:cNvSpPr txBox="1"/>
          <p:nvPr>
            <p:ph idx="4"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46" name="Google Shape;246;p14"/>
          <p:cNvSpPr txBox="1"/>
          <p:nvPr>
            <p:ph idx="1" type="body"/>
          </p:nvPr>
        </p:nvSpPr>
        <p:spPr>
          <a:xfrm>
            <a:off x="72790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7" name="Google Shape;247;p14"/>
          <p:cNvSpPr txBox="1"/>
          <p:nvPr>
            <p:ph idx="5" type="body"/>
          </p:nvPr>
        </p:nvSpPr>
        <p:spPr>
          <a:xfrm>
            <a:off x="72790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8" name="Google Shape;248;p14"/>
          <p:cNvSpPr txBox="1"/>
          <p:nvPr>
            <p:ph idx="6" type="body"/>
          </p:nvPr>
        </p:nvSpPr>
        <p:spPr>
          <a:xfrm>
            <a:off x="72790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9" name="Google Shape;249;p14"/>
          <p:cNvSpPr txBox="1"/>
          <p:nvPr>
            <p:ph idx="7" type="body"/>
          </p:nvPr>
        </p:nvSpPr>
        <p:spPr>
          <a:xfrm>
            <a:off x="72790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0" name="Google Shape;250;p14"/>
          <p:cNvSpPr txBox="1"/>
          <p:nvPr>
            <p:ph idx="8" type="body"/>
          </p:nvPr>
        </p:nvSpPr>
        <p:spPr>
          <a:xfrm>
            <a:off x="72790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1" name="Google Shape;251;p14"/>
          <p:cNvSpPr txBox="1"/>
          <p:nvPr>
            <p:ph idx="9" type="body"/>
          </p:nvPr>
        </p:nvSpPr>
        <p:spPr>
          <a:xfrm>
            <a:off x="55039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2" name="Google Shape;252;p14"/>
          <p:cNvSpPr txBox="1"/>
          <p:nvPr>
            <p:ph idx="13" type="body"/>
          </p:nvPr>
        </p:nvSpPr>
        <p:spPr>
          <a:xfrm>
            <a:off x="55039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3" name="Google Shape;253;p14"/>
          <p:cNvSpPr txBox="1"/>
          <p:nvPr>
            <p:ph idx="14" type="body"/>
          </p:nvPr>
        </p:nvSpPr>
        <p:spPr>
          <a:xfrm>
            <a:off x="55039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4" name="Google Shape;254;p14"/>
          <p:cNvSpPr txBox="1"/>
          <p:nvPr>
            <p:ph idx="15" type="body"/>
          </p:nvPr>
        </p:nvSpPr>
        <p:spPr>
          <a:xfrm>
            <a:off x="55039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5" name="Google Shape;255;p14"/>
          <p:cNvSpPr txBox="1"/>
          <p:nvPr>
            <p:ph idx="16" type="body"/>
          </p:nvPr>
        </p:nvSpPr>
        <p:spPr>
          <a:xfrm>
            <a:off x="55039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6" name="Google Shape;256;p14"/>
          <p:cNvSpPr txBox="1"/>
          <p:nvPr>
            <p:ph idx="17" type="body"/>
          </p:nvPr>
        </p:nvSpPr>
        <p:spPr>
          <a:xfrm>
            <a:off x="3722638"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7" name="Google Shape;257;p14"/>
          <p:cNvSpPr txBox="1"/>
          <p:nvPr>
            <p:ph idx="18" type="body"/>
          </p:nvPr>
        </p:nvSpPr>
        <p:spPr>
          <a:xfrm>
            <a:off x="3722638"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8" name="Google Shape;258;p14"/>
          <p:cNvSpPr txBox="1"/>
          <p:nvPr>
            <p:ph idx="19" type="body"/>
          </p:nvPr>
        </p:nvSpPr>
        <p:spPr>
          <a:xfrm>
            <a:off x="3722638"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9" name="Google Shape;259;p14"/>
          <p:cNvSpPr txBox="1"/>
          <p:nvPr>
            <p:ph idx="20" type="body"/>
          </p:nvPr>
        </p:nvSpPr>
        <p:spPr>
          <a:xfrm>
            <a:off x="3722638"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0" name="Google Shape;260;p14"/>
          <p:cNvSpPr txBox="1"/>
          <p:nvPr>
            <p:ph idx="21" type="body"/>
          </p:nvPr>
        </p:nvSpPr>
        <p:spPr>
          <a:xfrm>
            <a:off x="3722638"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1" name="Google Shape;261;p14"/>
          <p:cNvSpPr txBox="1"/>
          <p:nvPr>
            <p:ph idx="22" type="body"/>
          </p:nvPr>
        </p:nvSpPr>
        <p:spPr>
          <a:xfrm>
            <a:off x="1941375"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2" name="Google Shape;262;p14"/>
          <p:cNvSpPr txBox="1"/>
          <p:nvPr>
            <p:ph idx="23" type="body"/>
          </p:nvPr>
        </p:nvSpPr>
        <p:spPr>
          <a:xfrm>
            <a:off x="1941375"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3" name="Google Shape;263;p14"/>
          <p:cNvSpPr txBox="1"/>
          <p:nvPr>
            <p:ph idx="24" type="body"/>
          </p:nvPr>
        </p:nvSpPr>
        <p:spPr>
          <a:xfrm>
            <a:off x="1941375"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4" name="Google Shape;264;p14"/>
          <p:cNvSpPr txBox="1"/>
          <p:nvPr>
            <p:ph idx="25" type="body"/>
          </p:nvPr>
        </p:nvSpPr>
        <p:spPr>
          <a:xfrm>
            <a:off x="1941375"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5" name="Google Shape;265;p14"/>
          <p:cNvSpPr txBox="1"/>
          <p:nvPr>
            <p:ph idx="26" type="body"/>
          </p:nvPr>
        </p:nvSpPr>
        <p:spPr>
          <a:xfrm>
            <a:off x="1941375"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6" name="Google Shape;266;p14"/>
          <p:cNvSpPr txBox="1"/>
          <p:nvPr>
            <p:ph idx="27" type="subTitle"/>
          </p:nvPr>
        </p:nvSpPr>
        <p:spPr>
          <a:xfrm>
            <a:off x="7282625" y="1724120"/>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14"/>
          <p:cNvSpPr txBox="1"/>
          <p:nvPr>
            <p:ph idx="28" type="subTitle"/>
          </p:nvPr>
        </p:nvSpPr>
        <p:spPr>
          <a:xfrm>
            <a:off x="337750" y="420722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68" name="Google Shape;268;p14"/>
          <p:cNvSpPr txBox="1"/>
          <p:nvPr>
            <p:ph idx="29" type="subTitle"/>
          </p:nvPr>
        </p:nvSpPr>
        <p:spPr>
          <a:xfrm>
            <a:off x="337750" y="37373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69" name="Google Shape;269;p14"/>
          <p:cNvSpPr txBox="1"/>
          <p:nvPr>
            <p:ph idx="30" type="subTitle"/>
          </p:nvPr>
        </p:nvSpPr>
        <p:spPr>
          <a:xfrm>
            <a:off x="337750" y="32477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70" name="Google Shape;270;p14"/>
          <p:cNvSpPr txBox="1"/>
          <p:nvPr>
            <p:ph idx="31" type="subTitle"/>
          </p:nvPr>
        </p:nvSpPr>
        <p:spPr>
          <a:xfrm>
            <a:off x="337750" y="27581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71" name="Google Shape;271;p14"/>
          <p:cNvSpPr txBox="1"/>
          <p:nvPr>
            <p:ph idx="32" type="subTitle"/>
          </p:nvPr>
        </p:nvSpPr>
        <p:spPr>
          <a:xfrm>
            <a:off x="337750" y="22685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72" name="Google Shape;272;p14"/>
          <p:cNvSpPr txBox="1"/>
          <p:nvPr>
            <p:ph idx="33" type="title"/>
          </p:nvPr>
        </p:nvSpPr>
        <p:spPr>
          <a:xfrm>
            <a:off x="596525" y="753313"/>
            <a:ext cx="7062000" cy="6159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3" name="Google Shape;273;p14"/>
          <p:cNvSpPr txBox="1"/>
          <p:nvPr>
            <p:ph idx="34" type="subTitle"/>
          </p:nvPr>
        </p:nvSpPr>
        <p:spPr>
          <a:xfrm>
            <a:off x="1950863"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4" name="Google Shape;274;p14"/>
          <p:cNvSpPr txBox="1"/>
          <p:nvPr>
            <p:ph idx="35" type="subTitle"/>
          </p:nvPr>
        </p:nvSpPr>
        <p:spPr>
          <a:xfrm>
            <a:off x="3726825"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5" name="Google Shape;275;p14"/>
          <p:cNvSpPr txBox="1"/>
          <p:nvPr>
            <p:ph idx="36" type="subTitle"/>
          </p:nvPr>
        </p:nvSpPr>
        <p:spPr>
          <a:xfrm>
            <a:off x="5503900"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731">
          <p15:clr>
            <a:srgbClr val="E46962"/>
          </p15:clr>
        </p15:guide>
        <p15:guide id="2" orient="horz" pos="2435">
          <p15:clr>
            <a:srgbClr val="E46962"/>
          </p15:clr>
        </p15:guide>
        <p15:guide id="3" orient="horz" pos="1819">
          <p15:clr>
            <a:srgbClr val="E46962"/>
          </p15:clr>
        </p15:guide>
        <p15:guide id="4" orient="horz" pos="2129">
          <p15:clr>
            <a:srgbClr val="E46962"/>
          </p15:clr>
        </p15:guide>
        <p15:guide id="5" orient="horz" pos="151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and folder background">
  <p:cSld name="CUSTOM_1_1">
    <p:spTree>
      <p:nvGrpSpPr>
        <p:cNvPr id="276" name="Shape 276"/>
        <p:cNvGrpSpPr/>
        <p:nvPr/>
      </p:nvGrpSpPr>
      <p:grpSpPr>
        <a:xfrm>
          <a:off x="0" y="0"/>
          <a:ext cx="0" cy="0"/>
          <a:chOff x="0" y="0"/>
          <a:chExt cx="0" cy="0"/>
        </a:xfrm>
      </p:grpSpPr>
      <p:sp>
        <p:nvSpPr>
          <p:cNvPr id="277" name="Google Shape;277;p15"/>
          <p:cNvSpPr/>
          <p:nvPr/>
        </p:nvSpPr>
        <p:spPr>
          <a:xfrm>
            <a:off x="-2450" y="486600"/>
            <a:ext cx="9144000" cy="4656900"/>
          </a:xfrm>
          <a:prstGeom prst="roundRect">
            <a:avLst>
              <a:gd fmla="val 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278" name="Google Shape;278;p15"/>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79" name="Google Shape;279;p15"/>
          <p:cNvSpPr txBox="1"/>
          <p:nvPr>
            <p:ph idx="2"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80" name="Google Shape;280;p15"/>
          <p:cNvSpPr txBox="1"/>
          <p:nvPr>
            <p:ph idx="3"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81" name="Google Shape;281;p15"/>
          <p:cNvSpPr txBox="1"/>
          <p:nvPr>
            <p:ph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82" name="Google Shape;282;p15"/>
          <p:cNvSpPr txBox="1"/>
          <p:nvPr>
            <p:ph idx="4" type="subTitle"/>
          </p:nvPr>
        </p:nvSpPr>
        <p:spPr>
          <a:xfrm>
            <a:off x="4617888" y="2276000"/>
            <a:ext cx="4291500" cy="525600"/>
          </a:xfrm>
          <a:prstGeom prst="rect">
            <a:avLst/>
          </a:prstGeom>
        </p:spPr>
        <p:txBody>
          <a:bodyPr anchorCtr="0" anchor="t" bIns="0" lIns="180000" spcFirstLastPara="1" rIns="180000" wrap="square" tIns="90000">
            <a:normAutofit/>
          </a:bodyPr>
          <a:lstStyle>
            <a:lvl1pPr lvl="0">
              <a:spcBef>
                <a:spcPts val="0"/>
              </a:spcBef>
              <a:spcAft>
                <a:spcPts val="0"/>
              </a:spcAft>
              <a:buClr>
                <a:schemeClr val="dk1"/>
              </a:buClr>
              <a:buSzPts val="1600"/>
              <a:buFont typeface="Neuton Light"/>
              <a:buNone/>
              <a:defRPr sz="1600">
                <a:latin typeface="Neuton Light"/>
                <a:ea typeface="Neuton Light"/>
                <a:cs typeface="Neuton Light"/>
                <a:sym typeface="Neuton Light"/>
              </a:defRPr>
            </a:lvl1pPr>
            <a:lvl2pPr lvl="1">
              <a:spcBef>
                <a:spcPts val="0"/>
              </a:spcBef>
              <a:spcAft>
                <a:spcPts val="0"/>
              </a:spcAft>
              <a:buSzPts val="1600"/>
              <a:buFont typeface="Neuton Light"/>
              <a:buNone/>
              <a:defRPr sz="1600">
                <a:latin typeface="Neuton Light"/>
                <a:ea typeface="Neuton Light"/>
                <a:cs typeface="Neuton Light"/>
                <a:sym typeface="Neuton Light"/>
              </a:defRPr>
            </a:lvl2pPr>
            <a:lvl3pPr lvl="2">
              <a:spcBef>
                <a:spcPts val="0"/>
              </a:spcBef>
              <a:spcAft>
                <a:spcPts val="0"/>
              </a:spcAft>
              <a:buSzPts val="1600"/>
              <a:buFont typeface="Neuton Light"/>
              <a:buNone/>
              <a:defRPr sz="1600">
                <a:latin typeface="Neuton Light"/>
                <a:ea typeface="Neuton Light"/>
                <a:cs typeface="Neuton Light"/>
                <a:sym typeface="Neuton Light"/>
              </a:defRPr>
            </a:lvl3pPr>
            <a:lvl4pPr lvl="3">
              <a:spcBef>
                <a:spcPts val="0"/>
              </a:spcBef>
              <a:spcAft>
                <a:spcPts val="0"/>
              </a:spcAft>
              <a:buSzPts val="1600"/>
              <a:buFont typeface="Neuton Light"/>
              <a:buNone/>
              <a:defRPr sz="1600">
                <a:latin typeface="Neuton Light"/>
                <a:ea typeface="Neuton Light"/>
                <a:cs typeface="Neuton Light"/>
                <a:sym typeface="Neuton Light"/>
              </a:defRPr>
            </a:lvl4pPr>
            <a:lvl5pPr lvl="4">
              <a:spcBef>
                <a:spcPts val="0"/>
              </a:spcBef>
              <a:spcAft>
                <a:spcPts val="0"/>
              </a:spcAft>
              <a:buSzPts val="1600"/>
              <a:buFont typeface="Neuton Light"/>
              <a:buNone/>
              <a:defRPr sz="1600">
                <a:latin typeface="Neuton Light"/>
                <a:ea typeface="Neuton Light"/>
                <a:cs typeface="Neuton Light"/>
                <a:sym typeface="Neuton Light"/>
              </a:defRPr>
            </a:lvl5pPr>
            <a:lvl6pPr lvl="5">
              <a:spcBef>
                <a:spcPts val="0"/>
              </a:spcBef>
              <a:spcAft>
                <a:spcPts val="0"/>
              </a:spcAft>
              <a:buSzPts val="1600"/>
              <a:buFont typeface="Neuton Light"/>
              <a:buNone/>
              <a:defRPr sz="1600">
                <a:latin typeface="Neuton Light"/>
                <a:ea typeface="Neuton Light"/>
                <a:cs typeface="Neuton Light"/>
                <a:sym typeface="Neuton Light"/>
              </a:defRPr>
            </a:lvl6pPr>
            <a:lvl7pPr lvl="6">
              <a:spcBef>
                <a:spcPts val="0"/>
              </a:spcBef>
              <a:spcAft>
                <a:spcPts val="0"/>
              </a:spcAft>
              <a:buSzPts val="1600"/>
              <a:buFont typeface="Neuton Light"/>
              <a:buNone/>
              <a:defRPr sz="1600">
                <a:latin typeface="Neuton Light"/>
                <a:ea typeface="Neuton Light"/>
                <a:cs typeface="Neuton Light"/>
                <a:sym typeface="Neuton Light"/>
              </a:defRPr>
            </a:lvl7pPr>
            <a:lvl8pPr lvl="7">
              <a:spcBef>
                <a:spcPts val="0"/>
              </a:spcBef>
              <a:spcAft>
                <a:spcPts val="0"/>
              </a:spcAft>
              <a:buSzPts val="1600"/>
              <a:buFont typeface="Neuton Light"/>
              <a:buNone/>
              <a:defRPr sz="1600">
                <a:latin typeface="Neuton Light"/>
                <a:ea typeface="Neuton Light"/>
                <a:cs typeface="Neuton Light"/>
                <a:sym typeface="Neuton Light"/>
              </a:defRPr>
            </a:lvl8pPr>
            <a:lvl9pPr lvl="8">
              <a:spcBef>
                <a:spcPts val="0"/>
              </a:spcBef>
              <a:spcAft>
                <a:spcPts val="0"/>
              </a:spcAft>
              <a:buSzPts val="1600"/>
              <a:buFont typeface="Neuton Light"/>
              <a:buNone/>
              <a:defRPr sz="1600">
                <a:latin typeface="Neuton Light"/>
                <a:ea typeface="Neuton Light"/>
                <a:cs typeface="Neuton Light"/>
                <a:sym typeface="Neuton Light"/>
              </a:defRPr>
            </a:lvl9pPr>
          </a:lstStyle>
          <a:p/>
        </p:txBody>
      </p:sp>
      <p:cxnSp>
        <p:nvCxnSpPr>
          <p:cNvPr id="283" name="Google Shape;283;p15"/>
          <p:cNvCxnSpPr/>
          <p:nvPr/>
        </p:nvCxnSpPr>
        <p:spPr>
          <a:xfrm rot="10800000">
            <a:off x="5397992"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284" name="Google Shape;284;p15"/>
          <p:cNvCxnSpPr/>
          <p:nvPr/>
        </p:nvCxnSpPr>
        <p:spPr>
          <a:xfrm rot="10800000">
            <a:off x="6114201" y="3025007"/>
            <a:ext cx="0" cy="1576800"/>
          </a:xfrm>
          <a:prstGeom prst="straightConnector1">
            <a:avLst/>
          </a:prstGeom>
          <a:noFill/>
          <a:ln cap="flat" cmpd="sng" w="9525">
            <a:solidFill>
              <a:schemeClr val="dk1"/>
            </a:solidFill>
            <a:prstDash val="dot"/>
            <a:round/>
            <a:headEnd len="sm" w="sm" type="none"/>
            <a:tailEnd len="sm" w="sm" type="none"/>
          </a:ln>
        </p:spPr>
      </p:cxnSp>
      <p:cxnSp>
        <p:nvCxnSpPr>
          <p:cNvPr id="285" name="Google Shape;285;p15"/>
          <p:cNvCxnSpPr/>
          <p:nvPr/>
        </p:nvCxnSpPr>
        <p:spPr>
          <a:xfrm rot="10800000">
            <a:off x="6816098"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286" name="Google Shape;286;p15"/>
          <p:cNvCxnSpPr/>
          <p:nvPr/>
        </p:nvCxnSpPr>
        <p:spPr>
          <a:xfrm rot="10800000">
            <a:off x="7517325"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287" name="Google Shape;287;p15"/>
          <p:cNvCxnSpPr/>
          <p:nvPr/>
        </p:nvCxnSpPr>
        <p:spPr>
          <a:xfrm rot="10800000">
            <a:off x="8218904" y="3025011"/>
            <a:ext cx="0" cy="1576800"/>
          </a:xfrm>
          <a:prstGeom prst="straightConnector1">
            <a:avLst/>
          </a:prstGeom>
          <a:noFill/>
          <a:ln cap="flat" cmpd="sng" w="9525">
            <a:solidFill>
              <a:schemeClr val="dk1"/>
            </a:solidFill>
            <a:prstDash val="dot"/>
            <a:round/>
            <a:headEnd len="sm" w="sm" type="none"/>
            <a:tailEnd len="sm" w="sm" type="none"/>
          </a:ln>
        </p:spPr>
      </p:cxnSp>
      <p:cxnSp>
        <p:nvCxnSpPr>
          <p:cNvPr id="288" name="Google Shape;288;p15"/>
          <p:cNvCxnSpPr/>
          <p:nvPr/>
        </p:nvCxnSpPr>
        <p:spPr>
          <a:xfrm rot="10800000">
            <a:off x="5043384" y="4397242"/>
            <a:ext cx="3684900" cy="0"/>
          </a:xfrm>
          <a:prstGeom prst="straightConnector1">
            <a:avLst/>
          </a:prstGeom>
          <a:noFill/>
          <a:ln cap="flat" cmpd="sng" w="9525">
            <a:solidFill>
              <a:schemeClr val="dk1"/>
            </a:solidFill>
            <a:prstDash val="dot"/>
            <a:round/>
            <a:headEnd len="sm" w="sm" type="none"/>
            <a:tailEnd len="sm" w="sm" type="none"/>
          </a:ln>
        </p:spPr>
      </p:cxnSp>
      <p:cxnSp>
        <p:nvCxnSpPr>
          <p:cNvPr id="289" name="Google Shape;289;p15"/>
          <p:cNvCxnSpPr/>
          <p:nvPr/>
        </p:nvCxnSpPr>
        <p:spPr>
          <a:xfrm rot="10800000">
            <a:off x="5043384" y="4106948"/>
            <a:ext cx="3684900" cy="0"/>
          </a:xfrm>
          <a:prstGeom prst="straightConnector1">
            <a:avLst/>
          </a:prstGeom>
          <a:noFill/>
          <a:ln cap="flat" cmpd="sng" w="9525">
            <a:solidFill>
              <a:schemeClr val="dk1"/>
            </a:solidFill>
            <a:prstDash val="dot"/>
            <a:round/>
            <a:headEnd len="sm" w="sm" type="none"/>
            <a:tailEnd len="sm" w="sm" type="none"/>
          </a:ln>
        </p:spPr>
      </p:cxnSp>
      <p:cxnSp>
        <p:nvCxnSpPr>
          <p:cNvPr id="290" name="Google Shape;290;p15"/>
          <p:cNvCxnSpPr/>
          <p:nvPr/>
        </p:nvCxnSpPr>
        <p:spPr>
          <a:xfrm rot="10800000">
            <a:off x="5043384" y="3813733"/>
            <a:ext cx="3684900" cy="0"/>
          </a:xfrm>
          <a:prstGeom prst="straightConnector1">
            <a:avLst/>
          </a:prstGeom>
          <a:noFill/>
          <a:ln cap="flat" cmpd="sng" w="9525">
            <a:solidFill>
              <a:schemeClr val="dk1"/>
            </a:solidFill>
            <a:prstDash val="dot"/>
            <a:round/>
            <a:headEnd len="sm" w="sm" type="none"/>
            <a:tailEnd len="sm" w="sm" type="none"/>
          </a:ln>
        </p:spPr>
      </p:cxnSp>
      <p:cxnSp>
        <p:nvCxnSpPr>
          <p:cNvPr id="291" name="Google Shape;291;p15"/>
          <p:cNvCxnSpPr/>
          <p:nvPr/>
        </p:nvCxnSpPr>
        <p:spPr>
          <a:xfrm rot="10800000">
            <a:off x="5043384" y="3521491"/>
            <a:ext cx="3684900" cy="0"/>
          </a:xfrm>
          <a:prstGeom prst="straightConnector1">
            <a:avLst/>
          </a:prstGeom>
          <a:noFill/>
          <a:ln cap="flat" cmpd="sng" w="9525">
            <a:solidFill>
              <a:schemeClr val="dk1"/>
            </a:solidFill>
            <a:prstDash val="dot"/>
            <a:round/>
            <a:headEnd len="sm" w="sm" type="none"/>
            <a:tailEnd len="sm" w="sm" type="none"/>
          </a:ln>
        </p:spPr>
      </p:cxnSp>
      <p:cxnSp>
        <p:nvCxnSpPr>
          <p:cNvPr id="292" name="Google Shape;292;p15"/>
          <p:cNvCxnSpPr/>
          <p:nvPr/>
        </p:nvCxnSpPr>
        <p:spPr>
          <a:xfrm rot="10800000">
            <a:off x="5043384" y="3228574"/>
            <a:ext cx="3684900" cy="0"/>
          </a:xfrm>
          <a:prstGeom prst="straightConnector1">
            <a:avLst/>
          </a:prstGeom>
          <a:noFill/>
          <a:ln cap="flat" cmpd="sng" w="9525">
            <a:solidFill>
              <a:schemeClr val="dk1"/>
            </a:solidFill>
            <a:prstDash val="dot"/>
            <a:round/>
            <a:headEnd len="sm" w="sm" type="none"/>
            <a:tailEnd len="sm" w="sm" type="none"/>
          </a:ln>
        </p:spPr>
      </p:cxnSp>
      <p:cxnSp>
        <p:nvCxnSpPr>
          <p:cNvPr id="293" name="Google Shape;293;p15"/>
          <p:cNvCxnSpPr/>
          <p:nvPr/>
        </p:nvCxnSpPr>
        <p:spPr>
          <a:xfrm rot="10800000">
            <a:off x="5043640" y="4602364"/>
            <a:ext cx="3684900" cy="0"/>
          </a:xfrm>
          <a:prstGeom prst="straightConnector1">
            <a:avLst/>
          </a:prstGeom>
          <a:noFill/>
          <a:ln cap="flat" cmpd="sng" w="9525">
            <a:solidFill>
              <a:schemeClr val="dk1"/>
            </a:solidFill>
            <a:prstDash val="solid"/>
            <a:round/>
            <a:headEnd len="sm" w="sm" type="none"/>
            <a:tailEnd len="sm" w="sm" type="none"/>
          </a:ln>
        </p:spPr>
      </p:cxnSp>
      <p:cxnSp>
        <p:nvCxnSpPr>
          <p:cNvPr id="294" name="Google Shape;294;p15"/>
          <p:cNvCxnSpPr/>
          <p:nvPr/>
        </p:nvCxnSpPr>
        <p:spPr>
          <a:xfrm rot="10800000">
            <a:off x="5043455" y="3022856"/>
            <a:ext cx="0" cy="1582200"/>
          </a:xfrm>
          <a:prstGeom prst="straightConnector1">
            <a:avLst/>
          </a:prstGeom>
          <a:noFill/>
          <a:ln cap="flat" cmpd="sng" w="9525">
            <a:solidFill>
              <a:schemeClr val="dk1"/>
            </a:solidFill>
            <a:prstDash val="solid"/>
            <a:round/>
            <a:headEnd len="sm" w="sm" type="none"/>
            <a:tailEnd len="sm" w="sm" type="none"/>
          </a:ln>
        </p:spPr>
      </p:cxnSp>
      <p:sp>
        <p:nvSpPr>
          <p:cNvPr id="295" name="Google Shape;295;p15"/>
          <p:cNvSpPr txBox="1"/>
          <p:nvPr>
            <p:ph idx="5" type="subTitle"/>
          </p:nvPr>
        </p:nvSpPr>
        <p:spPr>
          <a:xfrm>
            <a:off x="392000" y="4601800"/>
            <a:ext cx="9165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6" name="Google Shape;296;p15"/>
          <p:cNvSpPr txBox="1"/>
          <p:nvPr>
            <p:ph idx="6" type="subTitle"/>
          </p:nvPr>
        </p:nvSpPr>
        <p:spPr>
          <a:xfrm>
            <a:off x="1390838" y="4601800"/>
            <a:ext cx="9165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7" name="Google Shape;297;p15"/>
          <p:cNvSpPr txBox="1"/>
          <p:nvPr>
            <p:ph idx="7" type="subTitle"/>
          </p:nvPr>
        </p:nvSpPr>
        <p:spPr>
          <a:xfrm>
            <a:off x="2389500" y="4602800"/>
            <a:ext cx="903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8" name="Google Shape;298;p15"/>
          <p:cNvSpPr txBox="1"/>
          <p:nvPr>
            <p:ph idx="8" type="subTitle"/>
          </p:nvPr>
        </p:nvSpPr>
        <p:spPr>
          <a:xfrm>
            <a:off x="3388150" y="4601800"/>
            <a:ext cx="9603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9" name="Google Shape;299;p15"/>
          <p:cNvSpPr txBox="1"/>
          <p:nvPr>
            <p:ph idx="9" type="subTitle"/>
          </p:nvPr>
        </p:nvSpPr>
        <p:spPr>
          <a:xfrm>
            <a:off x="392025" y="4022425"/>
            <a:ext cx="916500" cy="579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0" name="Google Shape;300;p15"/>
          <p:cNvSpPr txBox="1"/>
          <p:nvPr>
            <p:ph idx="13" type="subTitle"/>
          </p:nvPr>
        </p:nvSpPr>
        <p:spPr>
          <a:xfrm>
            <a:off x="1391050" y="3875575"/>
            <a:ext cx="916500" cy="726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1" name="Google Shape;301;p15"/>
          <p:cNvSpPr txBox="1"/>
          <p:nvPr>
            <p:ph idx="14" type="subTitle"/>
          </p:nvPr>
        </p:nvSpPr>
        <p:spPr>
          <a:xfrm>
            <a:off x="2390200" y="3875575"/>
            <a:ext cx="916500" cy="726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2" name="Google Shape;302;p15"/>
          <p:cNvSpPr txBox="1"/>
          <p:nvPr>
            <p:ph idx="15" type="subTitle"/>
          </p:nvPr>
        </p:nvSpPr>
        <p:spPr>
          <a:xfrm>
            <a:off x="3394525" y="4022425"/>
            <a:ext cx="954000" cy="579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3" name="Google Shape;303;p15"/>
          <p:cNvSpPr txBox="1"/>
          <p:nvPr>
            <p:ph idx="16" type="subTitle"/>
          </p:nvPr>
        </p:nvSpPr>
        <p:spPr>
          <a:xfrm>
            <a:off x="227625" y="2276000"/>
            <a:ext cx="4291500" cy="525600"/>
          </a:xfrm>
          <a:prstGeom prst="rect">
            <a:avLst/>
          </a:prstGeom>
        </p:spPr>
        <p:txBody>
          <a:bodyPr anchorCtr="0" anchor="t" bIns="0" lIns="180000" spcFirstLastPara="1" rIns="180000" wrap="square" tIns="90000">
            <a:normAutofit/>
          </a:bodyPr>
          <a:lstStyle>
            <a:lvl1pPr lvl="0">
              <a:spcBef>
                <a:spcPts val="0"/>
              </a:spcBef>
              <a:spcAft>
                <a:spcPts val="0"/>
              </a:spcAft>
              <a:buClr>
                <a:schemeClr val="dk1"/>
              </a:buClr>
              <a:buSzPts val="1600"/>
              <a:buFont typeface="Neuton Light"/>
              <a:buNone/>
              <a:defRPr sz="1600">
                <a:latin typeface="Neuton Light"/>
                <a:ea typeface="Neuton Light"/>
                <a:cs typeface="Neuton Light"/>
                <a:sym typeface="Neuton Light"/>
              </a:defRPr>
            </a:lvl1pPr>
            <a:lvl2pPr lvl="1">
              <a:spcBef>
                <a:spcPts val="0"/>
              </a:spcBef>
              <a:spcAft>
                <a:spcPts val="0"/>
              </a:spcAft>
              <a:buSzPts val="1600"/>
              <a:buFont typeface="Neuton Light"/>
              <a:buNone/>
              <a:defRPr sz="1600">
                <a:latin typeface="Neuton Light"/>
                <a:ea typeface="Neuton Light"/>
                <a:cs typeface="Neuton Light"/>
                <a:sym typeface="Neuton Light"/>
              </a:defRPr>
            </a:lvl2pPr>
            <a:lvl3pPr lvl="2">
              <a:spcBef>
                <a:spcPts val="0"/>
              </a:spcBef>
              <a:spcAft>
                <a:spcPts val="0"/>
              </a:spcAft>
              <a:buSzPts val="1600"/>
              <a:buFont typeface="Neuton Light"/>
              <a:buNone/>
              <a:defRPr sz="1600">
                <a:latin typeface="Neuton Light"/>
                <a:ea typeface="Neuton Light"/>
                <a:cs typeface="Neuton Light"/>
                <a:sym typeface="Neuton Light"/>
              </a:defRPr>
            </a:lvl3pPr>
            <a:lvl4pPr lvl="3">
              <a:spcBef>
                <a:spcPts val="0"/>
              </a:spcBef>
              <a:spcAft>
                <a:spcPts val="0"/>
              </a:spcAft>
              <a:buSzPts val="1600"/>
              <a:buFont typeface="Neuton Light"/>
              <a:buNone/>
              <a:defRPr sz="1600">
                <a:latin typeface="Neuton Light"/>
                <a:ea typeface="Neuton Light"/>
                <a:cs typeface="Neuton Light"/>
                <a:sym typeface="Neuton Light"/>
              </a:defRPr>
            </a:lvl4pPr>
            <a:lvl5pPr lvl="4">
              <a:spcBef>
                <a:spcPts val="0"/>
              </a:spcBef>
              <a:spcAft>
                <a:spcPts val="0"/>
              </a:spcAft>
              <a:buSzPts val="1600"/>
              <a:buFont typeface="Neuton Light"/>
              <a:buNone/>
              <a:defRPr sz="1600">
                <a:latin typeface="Neuton Light"/>
                <a:ea typeface="Neuton Light"/>
                <a:cs typeface="Neuton Light"/>
                <a:sym typeface="Neuton Light"/>
              </a:defRPr>
            </a:lvl5pPr>
            <a:lvl6pPr lvl="5">
              <a:spcBef>
                <a:spcPts val="0"/>
              </a:spcBef>
              <a:spcAft>
                <a:spcPts val="0"/>
              </a:spcAft>
              <a:buSzPts val="1600"/>
              <a:buFont typeface="Neuton Light"/>
              <a:buNone/>
              <a:defRPr sz="1600">
                <a:latin typeface="Neuton Light"/>
                <a:ea typeface="Neuton Light"/>
                <a:cs typeface="Neuton Light"/>
                <a:sym typeface="Neuton Light"/>
              </a:defRPr>
            </a:lvl6pPr>
            <a:lvl7pPr lvl="6">
              <a:spcBef>
                <a:spcPts val="0"/>
              </a:spcBef>
              <a:spcAft>
                <a:spcPts val="0"/>
              </a:spcAft>
              <a:buSzPts val="1600"/>
              <a:buFont typeface="Neuton Light"/>
              <a:buNone/>
              <a:defRPr sz="1600">
                <a:latin typeface="Neuton Light"/>
                <a:ea typeface="Neuton Light"/>
                <a:cs typeface="Neuton Light"/>
                <a:sym typeface="Neuton Light"/>
              </a:defRPr>
            </a:lvl7pPr>
            <a:lvl8pPr lvl="7">
              <a:spcBef>
                <a:spcPts val="0"/>
              </a:spcBef>
              <a:spcAft>
                <a:spcPts val="0"/>
              </a:spcAft>
              <a:buSzPts val="1600"/>
              <a:buFont typeface="Neuton Light"/>
              <a:buNone/>
              <a:defRPr sz="1600">
                <a:latin typeface="Neuton Light"/>
                <a:ea typeface="Neuton Light"/>
                <a:cs typeface="Neuton Light"/>
                <a:sym typeface="Neuton Light"/>
              </a:defRPr>
            </a:lvl8pPr>
            <a:lvl9pPr lvl="8">
              <a:spcBef>
                <a:spcPts val="0"/>
              </a:spcBef>
              <a:spcAft>
                <a:spcPts val="0"/>
              </a:spcAft>
              <a:buSzPts val="1600"/>
              <a:buFont typeface="Neuton Light"/>
              <a:buNone/>
              <a:defRPr sz="1600">
                <a:latin typeface="Neuton Light"/>
                <a:ea typeface="Neuton Light"/>
                <a:cs typeface="Neuton Light"/>
                <a:sym typeface="Neuton Light"/>
              </a:defRPr>
            </a:lvl9pPr>
          </a:lstStyle>
          <a:p/>
        </p:txBody>
      </p:sp>
      <p:sp>
        <p:nvSpPr>
          <p:cNvPr id="304" name="Google Shape;304;p15"/>
          <p:cNvSpPr txBox="1"/>
          <p:nvPr>
            <p:ph idx="17" type="subTitle"/>
          </p:nvPr>
        </p:nvSpPr>
        <p:spPr>
          <a:xfrm>
            <a:off x="5401957"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5" name="Google Shape;305;p15"/>
          <p:cNvSpPr txBox="1"/>
          <p:nvPr>
            <p:ph idx="18" type="subTitle"/>
          </p:nvPr>
        </p:nvSpPr>
        <p:spPr>
          <a:xfrm>
            <a:off x="6104132"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6" name="Google Shape;306;p15"/>
          <p:cNvSpPr txBox="1"/>
          <p:nvPr>
            <p:ph idx="19" type="subTitle"/>
          </p:nvPr>
        </p:nvSpPr>
        <p:spPr>
          <a:xfrm>
            <a:off x="6811663"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7" name="Google Shape;307;p15"/>
          <p:cNvSpPr txBox="1"/>
          <p:nvPr>
            <p:ph idx="20" type="subTitle"/>
          </p:nvPr>
        </p:nvSpPr>
        <p:spPr>
          <a:xfrm>
            <a:off x="8220182"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8" name="Google Shape;308;p15"/>
          <p:cNvSpPr txBox="1"/>
          <p:nvPr>
            <p:ph idx="21" type="subTitle"/>
          </p:nvPr>
        </p:nvSpPr>
        <p:spPr>
          <a:xfrm>
            <a:off x="7516525"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9" name="Google Shape;309;p15"/>
          <p:cNvSpPr txBox="1"/>
          <p:nvPr>
            <p:ph idx="22" type="subTitle"/>
          </p:nvPr>
        </p:nvSpPr>
        <p:spPr>
          <a:xfrm>
            <a:off x="4695907" y="405935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0" name="Google Shape;310;p15"/>
          <p:cNvSpPr txBox="1"/>
          <p:nvPr>
            <p:ph idx="23" type="subTitle"/>
          </p:nvPr>
        </p:nvSpPr>
        <p:spPr>
          <a:xfrm>
            <a:off x="4695907" y="4358875"/>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1" name="Google Shape;311;p15"/>
          <p:cNvSpPr txBox="1"/>
          <p:nvPr>
            <p:ph idx="24" type="subTitle"/>
          </p:nvPr>
        </p:nvSpPr>
        <p:spPr>
          <a:xfrm>
            <a:off x="4695907" y="347470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2" name="Google Shape;312;p15"/>
          <p:cNvSpPr txBox="1"/>
          <p:nvPr>
            <p:ph idx="25" type="subTitle"/>
          </p:nvPr>
        </p:nvSpPr>
        <p:spPr>
          <a:xfrm>
            <a:off x="4695907" y="377785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3" name="Google Shape;313;p15"/>
          <p:cNvSpPr txBox="1"/>
          <p:nvPr>
            <p:ph idx="26" type="subTitle"/>
          </p:nvPr>
        </p:nvSpPr>
        <p:spPr>
          <a:xfrm>
            <a:off x="4695907" y="3181775"/>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4" name="Google Shape;314;p15"/>
          <p:cNvSpPr txBox="1"/>
          <p:nvPr>
            <p:ph idx="27" type="title"/>
          </p:nvPr>
        </p:nvSpPr>
        <p:spPr>
          <a:xfrm>
            <a:off x="593775" y="707062"/>
            <a:ext cx="7196400" cy="615900"/>
          </a:xfrm>
          <a:prstGeom prst="rect">
            <a:avLst/>
          </a:prstGeom>
        </p:spPr>
        <p:txBody>
          <a:bodyPr anchorCtr="0" anchor="t" bIns="91425" lIns="0" spcFirstLastPara="1" rIns="0" wrap="square" tIns="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s 2">
  <p:cSld name="CUSTOM_7_1_1_1_1_1_1_1_1_1_1_1_1_1_1_1_1_9">
    <p:spTree>
      <p:nvGrpSpPr>
        <p:cNvPr id="315" name="Shape 315"/>
        <p:cNvGrpSpPr/>
        <p:nvPr/>
      </p:nvGrpSpPr>
      <p:grpSpPr>
        <a:xfrm>
          <a:off x="0" y="0"/>
          <a:ext cx="0" cy="0"/>
          <a:chOff x="0" y="0"/>
          <a:chExt cx="0" cy="0"/>
        </a:xfrm>
      </p:grpSpPr>
      <p:sp>
        <p:nvSpPr>
          <p:cNvPr id="316" name="Google Shape;316;p16"/>
          <p:cNvSpPr txBox="1"/>
          <p:nvPr>
            <p:ph type="title"/>
          </p:nvPr>
        </p:nvSpPr>
        <p:spPr>
          <a:xfrm>
            <a:off x="2121700"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17" name="Google Shape;317;p16"/>
          <p:cNvSpPr txBox="1"/>
          <p:nvPr>
            <p:ph idx="2" type="title"/>
          </p:nvPr>
        </p:nvSpPr>
        <p:spPr>
          <a:xfrm>
            <a:off x="389922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18" name="Google Shape;318;p16"/>
          <p:cNvSpPr txBox="1"/>
          <p:nvPr>
            <p:ph idx="3" type="title"/>
          </p:nvPr>
        </p:nvSpPr>
        <p:spPr>
          <a:xfrm>
            <a:off x="567647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19" name="Google Shape;319;p16"/>
          <p:cNvSpPr txBox="1"/>
          <p:nvPr>
            <p:ph idx="4" type="title"/>
          </p:nvPr>
        </p:nvSpPr>
        <p:spPr>
          <a:xfrm>
            <a:off x="745372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20" name="Google Shape;320;p16"/>
          <p:cNvSpPr txBox="1"/>
          <p:nvPr>
            <p:ph idx="5" type="title"/>
          </p:nvPr>
        </p:nvSpPr>
        <p:spPr>
          <a:xfrm>
            <a:off x="34197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21" name="Google Shape;321;p16"/>
          <p:cNvSpPr txBox="1"/>
          <p:nvPr>
            <p:ph idx="6" type="title"/>
          </p:nvPr>
        </p:nvSpPr>
        <p:spPr>
          <a:xfrm>
            <a:off x="2184250"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2" name="Google Shape;322;p16"/>
          <p:cNvSpPr txBox="1"/>
          <p:nvPr>
            <p:ph idx="7" type="title"/>
          </p:nvPr>
        </p:nvSpPr>
        <p:spPr>
          <a:xfrm>
            <a:off x="3962263"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3" name="Google Shape;323;p16"/>
          <p:cNvSpPr txBox="1"/>
          <p:nvPr>
            <p:ph idx="8" type="title"/>
          </p:nvPr>
        </p:nvSpPr>
        <p:spPr>
          <a:xfrm>
            <a:off x="406525"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4" name="Google Shape;324;p16"/>
          <p:cNvSpPr txBox="1"/>
          <p:nvPr>
            <p:ph idx="9" type="title"/>
          </p:nvPr>
        </p:nvSpPr>
        <p:spPr>
          <a:xfrm>
            <a:off x="5729600"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5" name="Google Shape;325;p16"/>
          <p:cNvSpPr txBox="1"/>
          <p:nvPr>
            <p:ph idx="13" type="title"/>
          </p:nvPr>
        </p:nvSpPr>
        <p:spPr>
          <a:xfrm>
            <a:off x="7518138"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6" name="Google Shape;326;p16"/>
          <p:cNvSpPr txBox="1"/>
          <p:nvPr>
            <p:ph idx="1" type="body"/>
          </p:nvPr>
        </p:nvSpPr>
        <p:spPr>
          <a:xfrm>
            <a:off x="223881" y="331850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7" name="Google Shape;327;p16"/>
          <p:cNvSpPr txBox="1"/>
          <p:nvPr>
            <p:ph idx="14" type="body"/>
          </p:nvPr>
        </p:nvSpPr>
        <p:spPr>
          <a:xfrm>
            <a:off x="2004019" y="331640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8" name="Google Shape;328;p16"/>
          <p:cNvSpPr txBox="1"/>
          <p:nvPr>
            <p:ph idx="15" type="body"/>
          </p:nvPr>
        </p:nvSpPr>
        <p:spPr>
          <a:xfrm>
            <a:off x="3781781" y="33174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9" name="Google Shape;329;p16"/>
          <p:cNvSpPr txBox="1"/>
          <p:nvPr>
            <p:ph idx="16" type="body"/>
          </p:nvPr>
        </p:nvSpPr>
        <p:spPr>
          <a:xfrm>
            <a:off x="5559956" y="33153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0" name="Google Shape;330;p16"/>
          <p:cNvSpPr txBox="1"/>
          <p:nvPr>
            <p:ph idx="17" type="body"/>
          </p:nvPr>
        </p:nvSpPr>
        <p:spPr>
          <a:xfrm>
            <a:off x="7341056" y="33153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1" name="Google Shape;331;p16"/>
          <p:cNvSpPr txBox="1"/>
          <p:nvPr>
            <p:ph idx="18" type="body"/>
          </p:nvPr>
        </p:nvSpPr>
        <p:spPr>
          <a:xfrm>
            <a:off x="223881"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2" name="Google Shape;332;p16"/>
          <p:cNvSpPr txBox="1"/>
          <p:nvPr>
            <p:ph idx="19" type="body"/>
          </p:nvPr>
        </p:nvSpPr>
        <p:spPr>
          <a:xfrm>
            <a:off x="2004019"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3" name="Google Shape;333;p16"/>
          <p:cNvSpPr txBox="1"/>
          <p:nvPr>
            <p:ph idx="20" type="body"/>
          </p:nvPr>
        </p:nvSpPr>
        <p:spPr>
          <a:xfrm>
            <a:off x="3781781"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4" name="Google Shape;334;p16"/>
          <p:cNvSpPr txBox="1"/>
          <p:nvPr>
            <p:ph idx="21" type="body"/>
          </p:nvPr>
        </p:nvSpPr>
        <p:spPr>
          <a:xfrm>
            <a:off x="5559956"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5" name="Google Shape;335;p16"/>
          <p:cNvSpPr txBox="1"/>
          <p:nvPr>
            <p:ph idx="22" type="body"/>
          </p:nvPr>
        </p:nvSpPr>
        <p:spPr>
          <a:xfrm>
            <a:off x="7341056"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6" name="Google Shape;336;p16"/>
          <p:cNvSpPr txBox="1"/>
          <p:nvPr>
            <p:ph idx="23" type="title"/>
          </p:nvPr>
        </p:nvSpPr>
        <p:spPr>
          <a:xfrm>
            <a:off x="3782413" y="19250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37" name="Google Shape;337;p16"/>
          <p:cNvSpPr txBox="1"/>
          <p:nvPr>
            <p:ph idx="24" type="title"/>
          </p:nvPr>
        </p:nvSpPr>
        <p:spPr>
          <a:xfrm>
            <a:off x="2004613" y="192401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38" name="Google Shape;338;p16"/>
          <p:cNvSpPr txBox="1"/>
          <p:nvPr>
            <p:ph idx="25" type="title"/>
          </p:nvPr>
        </p:nvSpPr>
        <p:spPr>
          <a:xfrm>
            <a:off x="227650" y="192611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39" name="Google Shape;339;p16"/>
          <p:cNvSpPr txBox="1"/>
          <p:nvPr>
            <p:ph idx="26" type="title"/>
          </p:nvPr>
        </p:nvSpPr>
        <p:spPr>
          <a:xfrm>
            <a:off x="7340875" y="19229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40" name="Google Shape;340;p16"/>
          <p:cNvSpPr txBox="1"/>
          <p:nvPr>
            <p:ph idx="27" type="title"/>
          </p:nvPr>
        </p:nvSpPr>
        <p:spPr>
          <a:xfrm>
            <a:off x="5559375" y="19229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41" name="Google Shape;341;p16"/>
          <p:cNvSpPr txBox="1"/>
          <p:nvPr>
            <p:ph idx="28"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42" name="Google Shape;342;p16"/>
          <p:cNvSpPr txBox="1"/>
          <p:nvPr>
            <p:ph idx="29" type="body"/>
          </p:nvPr>
        </p:nvSpPr>
        <p:spPr>
          <a:xfrm>
            <a:off x="223881" y="249041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3" name="Google Shape;343;p16"/>
          <p:cNvSpPr txBox="1"/>
          <p:nvPr>
            <p:ph idx="30" type="body"/>
          </p:nvPr>
        </p:nvSpPr>
        <p:spPr>
          <a:xfrm>
            <a:off x="2004019" y="248831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4" name="Google Shape;344;p16"/>
          <p:cNvSpPr txBox="1"/>
          <p:nvPr>
            <p:ph idx="31" type="body"/>
          </p:nvPr>
        </p:nvSpPr>
        <p:spPr>
          <a:xfrm>
            <a:off x="3781781" y="24893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5" name="Google Shape;345;p16"/>
          <p:cNvSpPr txBox="1"/>
          <p:nvPr>
            <p:ph idx="32" type="body"/>
          </p:nvPr>
        </p:nvSpPr>
        <p:spPr>
          <a:xfrm>
            <a:off x="5559956" y="24872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6" name="Google Shape;346;p16"/>
          <p:cNvSpPr txBox="1"/>
          <p:nvPr>
            <p:ph idx="33" type="body"/>
          </p:nvPr>
        </p:nvSpPr>
        <p:spPr>
          <a:xfrm>
            <a:off x="7341056" y="24872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1">
  <p:cSld name="CUSTOM_7_1_1_1_1_1_1_1_1_1_1_1_1_1_1_1_1_7">
    <p:spTree>
      <p:nvGrpSpPr>
        <p:cNvPr id="347" name="Shape 347"/>
        <p:cNvGrpSpPr/>
        <p:nvPr/>
      </p:nvGrpSpPr>
      <p:grpSpPr>
        <a:xfrm>
          <a:off x="0" y="0"/>
          <a:ext cx="0" cy="0"/>
          <a:chOff x="0" y="0"/>
          <a:chExt cx="0" cy="0"/>
        </a:xfrm>
      </p:grpSpPr>
      <p:sp>
        <p:nvSpPr>
          <p:cNvPr id="348" name="Google Shape;348;p17"/>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49" name="Google Shape;349;p17"/>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cxnSp>
        <p:nvCxnSpPr>
          <p:cNvPr id="350" name="Google Shape;350;p17"/>
          <p:cNvCxnSpPr/>
          <p:nvPr/>
        </p:nvCxnSpPr>
        <p:spPr>
          <a:xfrm rot="10800000">
            <a:off x="1721971"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51" name="Google Shape;351;p17"/>
          <p:cNvCxnSpPr/>
          <p:nvPr/>
        </p:nvCxnSpPr>
        <p:spPr>
          <a:xfrm rot="10800000">
            <a:off x="3185875" y="1321065"/>
            <a:ext cx="0" cy="3222900"/>
          </a:xfrm>
          <a:prstGeom prst="straightConnector1">
            <a:avLst/>
          </a:prstGeom>
          <a:noFill/>
          <a:ln cap="flat" cmpd="sng" w="9525">
            <a:solidFill>
              <a:schemeClr val="dk1"/>
            </a:solidFill>
            <a:prstDash val="dot"/>
            <a:round/>
            <a:headEnd len="sm" w="sm" type="none"/>
            <a:tailEnd len="sm" w="sm" type="none"/>
          </a:ln>
        </p:spPr>
      </p:cxnSp>
      <p:cxnSp>
        <p:nvCxnSpPr>
          <p:cNvPr id="352" name="Google Shape;352;p17"/>
          <p:cNvCxnSpPr/>
          <p:nvPr/>
        </p:nvCxnSpPr>
        <p:spPr>
          <a:xfrm rot="10800000">
            <a:off x="4620526"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53" name="Google Shape;353;p17"/>
          <p:cNvCxnSpPr/>
          <p:nvPr/>
        </p:nvCxnSpPr>
        <p:spPr>
          <a:xfrm rot="10800000">
            <a:off x="6053808"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54" name="Google Shape;354;p17"/>
          <p:cNvCxnSpPr/>
          <p:nvPr/>
        </p:nvCxnSpPr>
        <p:spPr>
          <a:xfrm rot="10800000">
            <a:off x="7487809" y="1321073"/>
            <a:ext cx="0" cy="3222900"/>
          </a:xfrm>
          <a:prstGeom prst="straightConnector1">
            <a:avLst/>
          </a:prstGeom>
          <a:noFill/>
          <a:ln cap="flat" cmpd="sng" w="9525">
            <a:solidFill>
              <a:schemeClr val="dk1"/>
            </a:solidFill>
            <a:prstDash val="dot"/>
            <a:round/>
            <a:headEnd len="sm" w="sm" type="none"/>
            <a:tailEnd len="sm" w="sm" type="none"/>
          </a:ln>
        </p:spPr>
      </p:cxnSp>
      <p:cxnSp>
        <p:nvCxnSpPr>
          <p:cNvPr id="355" name="Google Shape;355;p17"/>
          <p:cNvCxnSpPr/>
          <p:nvPr/>
        </p:nvCxnSpPr>
        <p:spPr>
          <a:xfrm rot="10800000">
            <a:off x="997162" y="4125842"/>
            <a:ext cx="7531800" cy="0"/>
          </a:xfrm>
          <a:prstGeom prst="straightConnector1">
            <a:avLst/>
          </a:prstGeom>
          <a:noFill/>
          <a:ln cap="flat" cmpd="sng" w="9525">
            <a:solidFill>
              <a:schemeClr val="dk1"/>
            </a:solidFill>
            <a:prstDash val="dot"/>
            <a:round/>
            <a:headEnd len="sm" w="sm" type="none"/>
            <a:tailEnd len="sm" w="sm" type="none"/>
          </a:ln>
        </p:spPr>
      </p:cxnSp>
      <p:cxnSp>
        <p:nvCxnSpPr>
          <p:cNvPr id="356" name="Google Shape;356;p17"/>
          <p:cNvCxnSpPr/>
          <p:nvPr/>
        </p:nvCxnSpPr>
        <p:spPr>
          <a:xfrm rot="10800000">
            <a:off x="997162" y="3532492"/>
            <a:ext cx="7531800" cy="0"/>
          </a:xfrm>
          <a:prstGeom prst="straightConnector1">
            <a:avLst/>
          </a:prstGeom>
          <a:noFill/>
          <a:ln cap="flat" cmpd="sng" w="9525">
            <a:solidFill>
              <a:schemeClr val="dk1"/>
            </a:solidFill>
            <a:prstDash val="dot"/>
            <a:round/>
            <a:headEnd len="sm" w="sm" type="none"/>
            <a:tailEnd len="sm" w="sm" type="none"/>
          </a:ln>
        </p:spPr>
      </p:cxnSp>
      <p:cxnSp>
        <p:nvCxnSpPr>
          <p:cNvPr id="357" name="Google Shape;357;p17"/>
          <p:cNvCxnSpPr/>
          <p:nvPr/>
        </p:nvCxnSpPr>
        <p:spPr>
          <a:xfrm rot="10800000">
            <a:off x="997162" y="2933172"/>
            <a:ext cx="7531800" cy="0"/>
          </a:xfrm>
          <a:prstGeom prst="straightConnector1">
            <a:avLst/>
          </a:prstGeom>
          <a:noFill/>
          <a:ln cap="flat" cmpd="sng" w="9525">
            <a:solidFill>
              <a:schemeClr val="dk1"/>
            </a:solidFill>
            <a:prstDash val="dot"/>
            <a:round/>
            <a:headEnd len="sm" w="sm" type="none"/>
            <a:tailEnd len="sm" w="sm" type="none"/>
          </a:ln>
        </p:spPr>
      </p:cxnSp>
      <p:cxnSp>
        <p:nvCxnSpPr>
          <p:cNvPr id="358" name="Google Shape;358;p17"/>
          <p:cNvCxnSpPr/>
          <p:nvPr/>
        </p:nvCxnSpPr>
        <p:spPr>
          <a:xfrm rot="10800000">
            <a:off x="997162" y="2335841"/>
            <a:ext cx="7531800" cy="0"/>
          </a:xfrm>
          <a:prstGeom prst="straightConnector1">
            <a:avLst/>
          </a:prstGeom>
          <a:noFill/>
          <a:ln cap="flat" cmpd="sng" w="9525">
            <a:solidFill>
              <a:schemeClr val="dk1"/>
            </a:solidFill>
            <a:prstDash val="dot"/>
            <a:round/>
            <a:headEnd len="sm" w="sm" type="none"/>
            <a:tailEnd len="sm" w="sm" type="none"/>
          </a:ln>
        </p:spPr>
      </p:cxnSp>
      <p:cxnSp>
        <p:nvCxnSpPr>
          <p:cNvPr id="359" name="Google Shape;359;p17"/>
          <p:cNvCxnSpPr/>
          <p:nvPr/>
        </p:nvCxnSpPr>
        <p:spPr>
          <a:xfrm rot="10800000">
            <a:off x="997162" y="1737130"/>
            <a:ext cx="7531800" cy="0"/>
          </a:xfrm>
          <a:prstGeom prst="straightConnector1">
            <a:avLst/>
          </a:prstGeom>
          <a:noFill/>
          <a:ln cap="flat" cmpd="sng" w="9525">
            <a:solidFill>
              <a:schemeClr val="dk1"/>
            </a:solidFill>
            <a:prstDash val="dot"/>
            <a:round/>
            <a:headEnd len="sm" w="sm" type="none"/>
            <a:tailEnd len="sm" w="sm" type="none"/>
          </a:ln>
        </p:spPr>
      </p:cxnSp>
      <p:cxnSp>
        <p:nvCxnSpPr>
          <p:cNvPr id="360" name="Google Shape;360;p17"/>
          <p:cNvCxnSpPr/>
          <p:nvPr/>
        </p:nvCxnSpPr>
        <p:spPr>
          <a:xfrm rot="10800000">
            <a:off x="997686" y="4545103"/>
            <a:ext cx="7531800" cy="0"/>
          </a:xfrm>
          <a:prstGeom prst="straightConnector1">
            <a:avLst/>
          </a:prstGeom>
          <a:noFill/>
          <a:ln cap="flat" cmpd="sng" w="9525">
            <a:solidFill>
              <a:schemeClr val="dk1"/>
            </a:solidFill>
            <a:prstDash val="solid"/>
            <a:round/>
            <a:headEnd len="sm" w="sm" type="none"/>
            <a:tailEnd len="sm" w="sm" type="none"/>
          </a:ln>
        </p:spPr>
      </p:cxnSp>
      <p:cxnSp>
        <p:nvCxnSpPr>
          <p:cNvPr id="361" name="Google Shape;361;p17"/>
          <p:cNvCxnSpPr/>
          <p:nvPr/>
        </p:nvCxnSpPr>
        <p:spPr>
          <a:xfrm rot="10800000">
            <a:off x="997311" y="1316605"/>
            <a:ext cx="0" cy="3234000"/>
          </a:xfrm>
          <a:prstGeom prst="straightConnector1">
            <a:avLst/>
          </a:prstGeom>
          <a:noFill/>
          <a:ln cap="flat" cmpd="sng" w="9525">
            <a:solidFill>
              <a:schemeClr val="dk1"/>
            </a:solidFill>
            <a:prstDash val="solid"/>
            <a:round/>
            <a:headEnd len="sm" w="sm" type="none"/>
            <a:tailEnd len="sm" w="sm" type="none"/>
          </a:ln>
        </p:spPr>
      </p:cxnSp>
      <p:sp>
        <p:nvSpPr>
          <p:cNvPr id="362" name="Google Shape;362;p17"/>
          <p:cNvSpPr txBox="1"/>
          <p:nvPr>
            <p:ph idx="2" type="subTitle"/>
          </p:nvPr>
        </p:nvSpPr>
        <p:spPr>
          <a:xfrm>
            <a:off x="1730075"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3" name="Google Shape;363;p17"/>
          <p:cNvSpPr txBox="1"/>
          <p:nvPr>
            <p:ph idx="3" type="subTitle"/>
          </p:nvPr>
        </p:nvSpPr>
        <p:spPr>
          <a:xfrm>
            <a:off x="3165294"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4" name="Google Shape;364;p17"/>
          <p:cNvSpPr txBox="1"/>
          <p:nvPr>
            <p:ph idx="4" type="subTitle"/>
          </p:nvPr>
        </p:nvSpPr>
        <p:spPr>
          <a:xfrm>
            <a:off x="4611461"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5" name="Google Shape;365;p17"/>
          <p:cNvSpPr txBox="1"/>
          <p:nvPr>
            <p:ph idx="5" type="subTitle"/>
          </p:nvPr>
        </p:nvSpPr>
        <p:spPr>
          <a:xfrm>
            <a:off x="7490421"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6" name="Google Shape;366;p17"/>
          <p:cNvSpPr txBox="1"/>
          <p:nvPr>
            <p:ph idx="6" type="subTitle"/>
          </p:nvPr>
        </p:nvSpPr>
        <p:spPr>
          <a:xfrm>
            <a:off x="6052173"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7" name="Google Shape;367;p17"/>
          <p:cNvSpPr txBox="1"/>
          <p:nvPr>
            <p:ph idx="7" type="subTitle"/>
          </p:nvPr>
        </p:nvSpPr>
        <p:spPr>
          <a:xfrm>
            <a:off x="286936" y="3435204"/>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8" name="Google Shape;368;p17"/>
          <p:cNvSpPr txBox="1"/>
          <p:nvPr>
            <p:ph idx="8" type="subTitle"/>
          </p:nvPr>
        </p:nvSpPr>
        <p:spPr>
          <a:xfrm>
            <a:off x="286936" y="4047421"/>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9" name="Google Shape;369;p17"/>
          <p:cNvSpPr txBox="1"/>
          <p:nvPr>
            <p:ph idx="9" type="subTitle"/>
          </p:nvPr>
        </p:nvSpPr>
        <p:spPr>
          <a:xfrm>
            <a:off x="286936" y="2240202"/>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70" name="Google Shape;370;p17"/>
          <p:cNvSpPr txBox="1"/>
          <p:nvPr>
            <p:ph idx="13" type="subTitle"/>
          </p:nvPr>
        </p:nvSpPr>
        <p:spPr>
          <a:xfrm>
            <a:off x="286936" y="2859829"/>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71" name="Google Shape;371;p17"/>
          <p:cNvSpPr txBox="1"/>
          <p:nvPr>
            <p:ph idx="14" type="subTitle"/>
          </p:nvPr>
        </p:nvSpPr>
        <p:spPr>
          <a:xfrm>
            <a:off x="286936" y="1641475"/>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2">
  <p:cSld name="CUSTOM_7_1_1_1_1_1_1_1_1_1_1_1_1_1_1_1_1_8">
    <p:bg>
      <p:bgPr>
        <a:solidFill>
          <a:schemeClr val="dk2"/>
        </a:solidFill>
      </p:bgPr>
    </p:bg>
    <p:spTree>
      <p:nvGrpSpPr>
        <p:cNvPr id="372" name="Shape 372"/>
        <p:cNvGrpSpPr/>
        <p:nvPr/>
      </p:nvGrpSpPr>
      <p:grpSpPr>
        <a:xfrm>
          <a:off x="0" y="0"/>
          <a:ext cx="0" cy="0"/>
          <a:chOff x="0" y="0"/>
          <a:chExt cx="0" cy="0"/>
        </a:xfrm>
      </p:grpSpPr>
      <p:sp>
        <p:nvSpPr>
          <p:cNvPr id="373" name="Google Shape;373;p18"/>
          <p:cNvSpPr txBox="1"/>
          <p:nvPr>
            <p:ph idx="1" type="body"/>
          </p:nvPr>
        </p:nvSpPr>
        <p:spPr>
          <a:xfrm>
            <a:off x="683262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4" name="Google Shape;374;p18"/>
          <p:cNvSpPr txBox="1"/>
          <p:nvPr>
            <p:ph idx="2" type="body"/>
          </p:nvPr>
        </p:nvSpPr>
        <p:spPr>
          <a:xfrm>
            <a:off x="461957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5" name="Google Shape;375;p18"/>
          <p:cNvSpPr txBox="1"/>
          <p:nvPr>
            <p:ph idx="3" type="body"/>
          </p:nvPr>
        </p:nvSpPr>
        <p:spPr>
          <a:xfrm>
            <a:off x="240652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6" name="Google Shape;376;p18"/>
          <p:cNvSpPr txBox="1"/>
          <p:nvPr>
            <p:ph idx="4" type="body"/>
          </p:nvPr>
        </p:nvSpPr>
        <p:spPr>
          <a:xfrm>
            <a:off x="19347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7" name="Google Shape;377;p18"/>
          <p:cNvSpPr txBox="1"/>
          <p:nvPr>
            <p:ph idx="5" type="body"/>
          </p:nvPr>
        </p:nvSpPr>
        <p:spPr>
          <a:xfrm>
            <a:off x="683137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8" name="Google Shape;378;p18"/>
          <p:cNvSpPr txBox="1"/>
          <p:nvPr>
            <p:ph idx="6" type="body"/>
          </p:nvPr>
        </p:nvSpPr>
        <p:spPr>
          <a:xfrm>
            <a:off x="461832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9" name="Google Shape;379;p18"/>
          <p:cNvSpPr txBox="1"/>
          <p:nvPr>
            <p:ph idx="7" type="body"/>
          </p:nvPr>
        </p:nvSpPr>
        <p:spPr>
          <a:xfrm>
            <a:off x="240527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0" name="Google Shape;380;p18"/>
          <p:cNvSpPr txBox="1"/>
          <p:nvPr>
            <p:ph idx="8" type="body"/>
          </p:nvPr>
        </p:nvSpPr>
        <p:spPr>
          <a:xfrm>
            <a:off x="19222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1" name="Google Shape;381;p18"/>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382" name="Google Shape;382;p18"/>
          <p:cNvSpPr txBox="1"/>
          <p:nvPr>
            <p:ph idx="9"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83" name="Google Shape;383;p18"/>
          <p:cNvSpPr txBox="1"/>
          <p:nvPr>
            <p:ph idx="13" type="title"/>
          </p:nvPr>
        </p:nvSpPr>
        <p:spPr>
          <a:xfrm>
            <a:off x="6996850"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4" name="Google Shape;384;p18"/>
          <p:cNvSpPr txBox="1"/>
          <p:nvPr>
            <p:ph idx="14" type="title"/>
          </p:nvPr>
        </p:nvSpPr>
        <p:spPr>
          <a:xfrm>
            <a:off x="4783238"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5" name="Google Shape;385;p18"/>
          <p:cNvSpPr txBox="1"/>
          <p:nvPr>
            <p:ph idx="15" type="title"/>
          </p:nvPr>
        </p:nvSpPr>
        <p:spPr>
          <a:xfrm>
            <a:off x="2546913"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6" name="Google Shape;386;p18"/>
          <p:cNvSpPr txBox="1"/>
          <p:nvPr>
            <p:ph idx="16" type="title"/>
          </p:nvPr>
        </p:nvSpPr>
        <p:spPr>
          <a:xfrm>
            <a:off x="355638" y="1365769"/>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7" name="Google Shape;387;p18"/>
          <p:cNvSpPr txBox="1"/>
          <p:nvPr>
            <p:ph idx="17" type="title"/>
          </p:nvPr>
        </p:nvSpPr>
        <p:spPr>
          <a:xfrm>
            <a:off x="7002200"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8" name="Google Shape;388;p18"/>
          <p:cNvSpPr txBox="1"/>
          <p:nvPr>
            <p:ph idx="18" type="title"/>
          </p:nvPr>
        </p:nvSpPr>
        <p:spPr>
          <a:xfrm>
            <a:off x="4788588"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9" name="Google Shape;389;p18"/>
          <p:cNvSpPr txBox="1"/>
          <p:nvPr>
            <p:ph idx="19" type="title"/>
          </p:nvPr>
        </p:nvSpPr>
        <p:spPr>
          <a:xfrm>
            <a:off x="2552263"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90" name="Google Shape;390;p18"/>
          <p:cNvSpPr txBox="1"/>
          <p:nvPr>
            <p:ph idx="20" type="title"/>
          </p:nvPr>
        </p:nvSpPr>
        <p:spPr>
          <a:xfrm>
            <a:off x="360988" y="3164319"/>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3">
  <p:cSld name="CUSTOM_7_1_1_1_1_1_1_1_1_1_1_1_1_1_1_1_1_7_1">
    <p:spTree>
      <p:nvGrpSpPr>
        <p:cNvPr id="391" name="Shape 391"/>
        <p:cNvGrpSpPr/>
        <p:nvPr/>
      </p:nvGrpSpPr>
      <p:grpSpPr>
        <a:xfrm>
          <a:off x="0" y="0"/>
          <a:ext cx="0" cy="0"/>
          <a:chOff x="0" y="0"/>
          <a:chExt cx="0" cy="0"/>
        </a:xfrm>
      </p:grpSpPr>
      <p:sp>
        <p:nvSpPr>
          <p:cNvPr id="392" name="Google Shape;392;p19"/>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93" name="Google Shape;393;p19"/>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394" name="Google Shape;394;p19"/>
          <p:cNvSpPr txBox="1"/>
          <p:nvPr>
            <p:ph idx="2" type="subTitle"/>
          </p:nvPr>
        </p:nvSpPr>
        <p:spPr>
          <a:xfrm>
            <a:off x="193100" y="3780025"/>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5" name="Google Shape;395;p19"/>
          <p:cNvSpPr txBox="1"/>
          <p:nvPr>
            <p:ph idx="3" type="subTitle"/>
          </p:nvPr>
        </p:nvSpPr>
        <p:spPr>
          <a:xfrm>
            <a:off x="1852425" y="4067625"/>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396" name="Google Shape;396;p19"/>
          <p:cNvSpPr txBox="1"/>
          <p:nvPr>
            <p:ph idx="4" type="subTitle"/>
          </p:nvPr>
        </p:nvSpPr>
        <p:spPr>
          <a:xfrm>
            <a:off x="193100" y="2519863"/>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7" name="Google Shape;397;p19"/>
          <p:cNvSpPr txBox="1"/>
          <p:nvPr>
            <p:ph idx="5" type="subTitle"/>
          </p:nvPr>
        </p:nvSpPr>
        <p:spPr>
          <a:xfrm>
            <a:off x="1852425" y="2807463"/>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398" name="Google Shape;398;p19"/>
          <p:cNvSpPr txBox="1"/>
          <p:nvPr>
            <p:ph idx="6" type="subTitle"/>
          </p:nvPr>
        </p:nvSpPr>
        <p:spPr>
          <a:xfrm>
            <a:off x="219077" y="1259725"/>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9" name="Google Shape;399;p19"/>
          <p:cNvSpPr txBox="1"/>
          <p:nvPr>
            <p:ph idx="7" type="subTitle"/>
          </p:nvPr>
        </p:nvSpPr>
        <p:spPr>
          <a:xfrm>
            <a:off x="1852425" y="1547325"/>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00" name="Google Shape;400;p19"/>
          <p:cNvSpPr txBox="1"/>
          <p:nvPr>
            <p:ph idx="8" type="body"/>
          </p:nvPr>
        </p:nvSpPr>
        <p:spPr>
          <a:xfrm>
            <a:off x="189973" y="4665450"/>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1" name="Google Shape;401;p19"/>
          <p:cNvSpPr txBox="1"/>
          <p:nvPr>
            <p:ph idx="9" type="body"/>
          </p:nvPr>
        </p:nvSpPr>
        <p:spPr>
          <a:xfrm>
            <a:off x="189973" y="3405288"/>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2" name="Google Shape;402;p19"/>
          <p:cNvSpPr txBox="1"/>
          <p:nvPr>
            <p:ph idx="13" type="body"/>
          </p:nvPr>
        </p:nvSpPr>
        <p:spPr>
          <a:xfrm>
            <a:off x="199273" y="2145150"/>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4">
  <p:cSld name="CUSTOM_7_1_1_1_1_1_1_1_1_1_1_1_1_1_1_1_1_7_2">
    <p:spTree>
      <p:nvGrpSpPr>
        <p:cNvPr id="403" name="Shape 403"/>
        <p:cNvGrpSpPr/>
        <p:nvPr/>
      </p:nvGrpSpPr>
      <p:grpSpPr>
        <a:xfrm>
          <a:off x="0" y="0"/>
          <a:ext cx="0" cy="0"/>
          <a:chOff x="0" y="0"/>
          <a:chExt cx="0" cy="0"/>
        </a:xfrm>
      </p:grpSpPr>
      <p:sp>
        <p:nvSpPr>
          <p:cNvPr id="404" name="Google Shape;404;p20"/>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405" name="Google Shape;405;p20"/>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406" name="Google Shape;406;p20"/>
          <p:cNvSpPr txBox="1"/>
          <p:nvPr>
            <p:ph idx="2" type="subTitle"/>
          </p:nvPr>
        </p:nvSpPr>
        <p:spPr>
          <a:xfrm>
            <a:off x="189375" y="4264275"/>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7" name="Google Shape;407;p20"/>
          <p:cNvSpPr txBox="1"/>
          <p:nvPr>
            <p:ph idx="3" type="subTitle"/>
          </p:nvPr>
        </p:nvSpPr>
        <p:spPr>
          <a:xfrm>
            <a:off x="190425" y="3693375"/>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8" name="Google Shape;408;p20"/>
          <p:cNvSpPr txBox="1"/>
          <p:nvPr>
            <p:ph idx="4" type="subTitle"/>
          </p:nvPr>
        </p:nvSpPr>
        <p:spPr>
          <a:xfrm>
            <a:off x="190425" y="311801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9" name="Google Shape;409;p20"/>
          <p:cNvSpPr txBox="1"/>
          <p:nvPr>
            <p:ph idx="5" type="subTitle"/>
          </p:nvPr>
        </p:nvSpPr>
        <p:spPr>
          <a:xfrm>
            <a:off x="191475" y="254711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0" name="Google Shape;410;p20"/>
          <p:cNvSpPr txBox="1"/>
          <p:nvPr>
            <p:ph idx="6" type="subTitle"/>
          </p:nvPr>
        </p:nvSpPr>
        <p:spPr>
          <a:xfrm>
            <a:off x="190950" y="197176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1" name="Google Shape;411;p20"/>
          <p:cNvSpPr txBox="1"/>
          <p:nvPr>
            <p:ph idx="7" type="subTitle"/>
          </p:nvPr>
        </p:nvSpPr>
        <p:spPr>
          <a:xfrm>
            <a:off x="192000" y="140086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2" name="Google Shape;412;p20"/>
          <p:cNvSpPr txBox="1"/>
          <p:nvPr>
            <p:ph idx="8" type="subTitle"/>
          </p:nvPr>
        </p:nvSpPr>
        <p:spPr>
          <a:xfrm>
            <a:off x="1967073" y="25501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3" name="Google Shape;413;p20"/>
          <p:cNvSpPr txBox="1"/>
          <p:nvPr>
            <p:ph idx="9" type="subTitle"/>
          </p:nvPr>
        </p:nvSpPr>
        <p:spPr>
          <a:xfrm>
            <a:off x="1967073" y="1400875"/>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4" name="Google Shape;414;p20"/>
          <p:cNvSpPr txBox="1"/>
          <p:nvPr>
            <p:ph idx="13" type="subTitle"/>
          </p:nvPr>
        </p:nvSpPr>
        <p:spPr>
          <a:xfrm>
            <a:off x="1967073" y="1971775"/>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5" name="Google Shape;415;p20"/>
          <p:cNvSpPr txBox="1"/>
          <p:nvPr>
            <p:ph idx="14" type="subTitle"/>
          </p:nvPr>
        </p:nvSpPr>
        <p:spPr>
          <a:xfrm>
            <a:off x="1967073" y="31210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6" name="Google Shape;416;p20"/>
          <p:cNvSpPr txBox="1"/>
          <p:nvPr>
            <p:ph idx="15" type="subTitle"/>
          </p:nvPr>
        </p:nvSpPr>
        <p:spPr>
          <a:xfrm>
            <a:off x="1967073" y="42628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7" name="Google Shape;417;p20"/>
          <p:cNvSpPr txBox="1"/>
          <p:nvPr>
            <p:ph idx="16" type="subTitle"/>
          </p:nvPr>
        </p:nvSpPr>
        <p:spPr>
          <a:xfrm>
            <a:off x="1967073" y="36919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8" name="Google Shape;418;p20"/>
          <p:cNvSpPr txBox="1"/>
          <p:nvPr>
            <p:ph idx="17" type="body"/>
          </p:nvPr>
        </p:nvSpPr>
        <p:spPr>
          <a:xfrm>
            <a:off x="3741773" y="1973250"/>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19" name="Google Shape;419;p20"/>
          <p:cNvSpPr txBox="1"/>
          <p:nvPr>
            <p:ph idx="18" type="body"/>
          </p:nvPr>
        </p:nvSpPr>
        <p:spPr>
          <a:xfrm>
            <a:off x="3741773" y="25515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0" name="Google Shape;420;p20"/>
          <p:cNvSpPr txBox="1"/>
          <p:nvPr>
            <p:ph idx="19" type="body"/>
          </p:nvPr>
        </p:nvSpPr>
        <p:spPr>
          <a:xfrm>
            <a:off x="3741773" y="31224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1" name="Google Shape;421;p20"/>
          <p:cNvSpPr txBox="1"/>
          <p:nvPr>
            <p:ph idx="20" type="body"/>
          </p:nvPr>
        </p:nvSpPr>
        <p:spPr>
          <a:xfrm>
            <a:off x="3741773" y="36933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2" name="Google Shape;422;p20"/>
          <p:cNvSpPr txBox="1"/>
          <p:nvPr>
            <p:ph idx="21" type="body"/>
          </p:nvPr>
        </p:nvSpPr>
        <p:spPr>
          <a:xfrm>
            <a:off x="3741773" y="42642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3" name="Google Shape;423;p20"/>
          <p:cNvSpPr txBox="1"/>
          <p:nvPr>
            <p:ph idx="22" type="body"/>
          </p:nvPr>
        </p:nvSpPr>
        <p:spPr>
          <a:xfrm>
            <a:off x="3741773" y="1402350"/>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2">
  <p:cSld name="CUSTOM_1_1_1_1">
    <p:spTree>
      <p:nvGrpSpPr>
        <p:cNvPr id="424" name="Shape 424"/>
        <p:cNvGrpSpPr/>
        <p:nvPr/>
      </p:nvGrpSpPr>
      <p:grpSpPr>
        <a:xfrm>
          <a:off x="0" y="0"/>
          <a:ext cx="0" cy="0"/>
          <a:chOff x="0" y="0"/>
          <a:chExt cx="0" cy="0"/>
        </a:xfrm>
      </p:grpSpPr>
      <p:sp>
        <p:nvSpPr>
          <p:cNvPr id="425" name="Google Shape;425;p21"/>
          <p:cNvSpPr/>
          <p:nvPr/>
        </p:nvSpPr>
        <p:spPr>
          <a:xfrm>
            <a:off x="-2450" y="486600"/>
            <a:ext cx="9144000" cy="46569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26" name="Google Shape;426;p21"/>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27" name="Google Shape;427;p21"/>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28" name="Google Shape;428;p21"/>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29" name="Google Shape;429;p21"/>
          <p:cNvSpPr txBox="1"/>
          <p:nvPr>
            <p:ph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430" name="Google Shape;430;p21"/>
          <p:cNvSpPr txBox="1"/>
          <p:nvPr>
            <p:ph idx="4" type="subTitle"/>
          </p:nvPr>
        </p:nvSpPr>
        <p:spPr>
          <a:xfrm>
            <a:off x="1759000" y="30177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21"/>
          <p:cNvSpPr txBox="1"/>
          <p:nvPr>
            <p:ph idx="5" type="subTitle"/>
          </p:nvPr>
        </p:nvSpPr>
        <p:spPr>
          <a:xfrm>
            <a:off x="1758250" y="1663775"/>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2" name="Google Shape;432;p21"/>
          <p:cNvSpPr txBox="1"/>
          <p:nvPr>
            <p:ph idx="6" type="subTitle"/>
          </p:nvPr>
        </p:nvSpPr>
        <p:spPr>
          <a:xfrm>
            <a:off x="1758250" y="23406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3" name="Google Shape;433;p21"/>
          <p:cNvSpPr txBox="1"/>
          <p:nvPr>
            <p:ph idx="7" type="subTitle"/>
          </p:nvPr>
        </p:nvSpPr>
        <p:spPr>
          <a:xfrm>
            <a:off x="1758250" y="36948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4" name="Google Shape;434;p21"/>
          <p:cNvSpPr txBox="1"/>
          <p:nvPr>
            <p:ph idx="8" type="subTitle"/>
          </p:nvPr>
        </p:nvSpPr>
        <p:spPr>
          <a:xfrm>
            <a:off x="1758250" y="4367075"/>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5" name="Google Shape;435;p21"/>
          <p:cNvSpPr txBox="1"/>
          <p:nvPr>
            <p:ph idx="9" type="subTitle"/>
          </p:nvPr>
        </p:nvSpPr>
        <p:spPr>
          <a:xfrm>
            <a:off x="228148" y="30199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36" name="Google Shape;436;p21"/>
          <p:cNvSpPr txBox="1"/>
          <p:nvPr>
            <p:ph idx="13" type="subTitle"/>
          </p:nvPr>
        </p:nvSpPr>
        <p:spPr>
          <a:xfrm>
            <a:off x="228148" y="1666050"/>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37" name="Google Shape;437;p21"/>
          <p:cNvSpPr txBox="1"/>
          <p:nvPr>
            <p:ph idx="14" type="subTitle"/>
          </p:nvPr>
        </p:nvSpPr>
        <p:spPr>
          <a:xfrm>
            <a:off x="228148" y="23428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38" name="Google Shape;438;p21"/>
          <p:cNvSpPr txBox="1"/>
          <p:nvPr>
            <p:ph idx="15" type="subTitle"/>
          </p:nvPr>
        </p:nvSpPr>
        <p:spPr>
          <a:xfrm>
            <a:off x="228148" y="36970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39" name="Google Shape;439;p21"/>
          <p:cNvSpPr txBox="1"/>
          <p:nvPr>
            <p:ph idx="16" type="subTitle"/>
          </p:nvPr>
        </p:nvSpPr>
        <p:spPr>
          <a:xfrm>
            <a:off x="228148" y="4369350"/>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40" name="Google Shape;440;p21"/>
          <p:cNvSpPr txBox="1"/>
          <p:nvPr>
            <p:ph idx="17" type="title"/>
          </p:nvPr>
        </p:nvSpPr>
        <p:spPr>
          <a:xfrm>
            <a:off x="596525" y="753331"/>
            <a:ext cx="7062000" cy="9105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1" name="Google Shape;441;p21"/>
          <p:cNvSpPr txBox="1"/>
          <p:nvPr>
            <p:ph idx="18" type="body"/>
          </p:nvPr>
        </p:nvSpPr>
        <p:spPr>
          <a:xfrm>
            <a:off x="4571300" y="4367075"/>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2" name="Google Shape;442;p21"/>
          <p:cNvSpPr txBox="1"/>
          <p:nvPr>
            <p:ph idx="19" type="body"/>
          </p:nvPr>
        </p:nvSpPr>
        <p:spPr>
          <a:xfrm>
            <a:off x="4571300" y="36948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3" name="Google Shape;443;p21"/>
          <p:cNvSpPr txBox="1"/>
          <p:nvPr>
            <p:ph idx="20" type="body"/>
          </p:nvPr>
        </p:nvSpPr>
        <p:spPr>
          <a:xfrm>
            <a:off x="4571300" y="30177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4" name="Google Shape;444;p21"/>
          <p:cNvSpPr txBox="1"/>
          <p:nvPr>
            <p:ph idx="21" type="body"/>
          </p:nvPr>
        </p:nvSpPr>
        <p:spPr>
          <a:xfrm>
            <a:off x="4571300" y="23406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5" name="Google Shape;445;p21"/>
          <p:cNvSpPr txBox="1"/>
          <p:nvPr>
            <p:ph idx="22" type="body"/>
          </p:nvPr>
        </p:nvSpPr>
        <p:spPr>
          <a:xfrm>
            <a:off x="4571300" y="1663775"/>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3">
  <p:cSld name="CUSTOM_1_1_1_1_1">
    <p:spTree>
      <p:nvGrpSpPr>
        <p:cNvPr id="446" name="Shape 446"/>
        <p:cNvGrpSpPr/>
        <p:nvPr/>
      </p:nvGrpSpPr>
      <p:grpSpPr>
        <a:xfrm>
          <a:off x="0" y="0"/>
          <a:ext cx="0" cy="0"/>
          <a:chOff x="0" y="0"/>
          <a:chExt cx="0" cy="0"/>
        </a:xfrm>
      </p:grpSpPr>
      <p:sp>
        <p:nvSpPr>
          <p:cNvPr id="447" name="Google Shape;447;p22"/>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48" name="Google Shape;448;p22"/>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49" name="Google Shape;449;p22"/>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50" name="Google Shape;450;p22"/>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51" name="Google Shape;451;p22"/>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grpSp>
        <p:nvGrpSpPr>
          <p:cNvPr id="452" name="Google Shape;452;p22"/>
          <p:cNvGrpSpPr/>
          <p:nvPr/>
        </p:nvGrpSpPr>
        <p:grpSpPr>
          <a:xfrm>
            <a:off x="-2450" y="131788"/>
            <a:ext cx="9144000" cy="5011712"/>
            <a:chOff x="-2450" y="131788"/>
            <a:chExt cx="9144000" cy="5011712"/>
          </a:xfrm>
        </p:grpSpPr>
        <p:sp>
          <p:nvSpPr>
            <p:cNvPr id="453" name="Google Shape;453;p22"/>
            <p:cNvSpPr/>
            <p:nvPr/>
          </p:nvSpPr>
          <p:spPr>
            <a:xfrm>
              <a:off x="-2450" y="486600"/>
              <a:ext cx="9144000" cy="46569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54" name="Google Shape;454;p22"/>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455" name="Google Shape;455;p22"/>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56" name="Google Shape;456;p22"/>
          <p:cNvSpPr txBox="1"/>
          <p:nvPr>
            <p:ph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457" name="Google Shape;457;p22"/>
          <p:cNvSpPr txBox="1"/>
          <p:nvPr>
            <p:ph idx="4" type="subTitle"/>
          </p:nvPr>
        </p:nvSpPr>
        <p:spPr>
          <a:xfrm>
            <a:off x="229085" y="1666050"/>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58" name="Google Shape;458;p22"/>
          <p:cNvSpPr txBox="1"/>
          <p:nvPr>
            <p:ph idx="5" type="subTitle"/>
          </p:nvPr>
        </p:nvSpPr>
        <p:spPr>
          <a:xfrm>
            <a:off x="229085" y="2341863"/>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59" name="Google Shape;459;p22"/>
          <p:cNvSpPr txBox="1"/>
          <p:nvPr>
            <p:ph idx="6" type="subTitle"/>
          </p:nvPr>
        </p:nvSpPr>
        <p:spPr>
          <a:xfrm>
            <a:off x="229085" y="3018975"/>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0" name="Google Shape;460;p22"/>
          <p:cNvSpPr txBox="1"/>
          <p:nvPr>
            <p:ph idx="7" type="subTitle"/>
          </p:nvPr>
        </p:nvSpPr>
        <p:spPr>
          <a:xfrm>
            <a:off x="229085" y="3694788"/>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1" name="Google Shape;461;p22"/>
          <p:cNvSpPr txBox="1"/>
          <p:nvPr>
            <p:ph idx="8" type="subTitle"/>
          </p:nvPr>
        </p:nvSpPr>
        <p:spPr>
          <a:xfrm>
            <a:off x="229085" y="4371888"/>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2" name="Google Shape;462;p22"/>
          <p:cNvSpPr txBox="1"/>
          <p:nvPr>
            <p:ph idx="9" type="title"/>
          </p:nvPr>
        </p:nvSpPr>
        <p:spPr>
          <a:xfrm>
            <a:off x="596525" y="753324"/>
            <a:ext cx="7062000" cy="6834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3" name="Google Shape;463;p22"/>
          <p:cNvSpPr txBox="1"/>
          <p:nvPr>
            <p:ph idx="13" type="subTitle"/>
          </p:nvPr>
        </p:nvSpPr>
        <p:spPr>
          <a:xfrm>
            <a:off x="791698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4" name="Google Shape;464;p22"/>
          <p:cNvSpPr txBox="1"/>
          <p:nvPr>
            <p:ph idx="14" type="subTitle"/>
          </p:nvPr>
        </p:nvSpPr>
        <p:spPr>
          <a:xfrm>
            <a:off x="668986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5" name="Google Shape;465;p22"/>
          <p:cNvSpPr txBox="1"/>
          <p:nvPr>
            <p:ph idx="15" type="subTitle"/>
          </p:nvPr>
        </p:nvSpPr>
        <p:spPr>
          <a:xfrm>
            <a:off x="546286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6" name="Google Shape;466;p22"/>
          <p:cNvSpPr txBox="1"/>
          <p:nvPr>
            <p:ph idx="16" type="subTitle"/>
          </p:nvPr>
        </p:nvSpPr>
        <p:spPr>
          <a:xfrm>
            <a:off x="423583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7" name="Google Shape;467;p22"/>
          <p:cNvSpPr txBox="1"/>
          <p:nvPr>
            <p:ph idx="17" type="subTitle"/>
          </p:nvPr>
        </p:nvSpPr>
        <p:spPr>
          <a:xfrm>
            <a:off x="300801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8" name="Google Shape;468;p22"/>
          <p:cNvSpPr txBox="1"/>
          <p:nvPr>
            <p:ph idx="18" type="subTitle"/>
          </p:nvPr>
        </p:nvSpPr>
        <p:spPr>
          <a:xfrm>
            <a:off x="178168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p:cSld name="CUSTOM_3">
    <p:spTree>
      <p:nvGrpSpPr>
        <p:cNvPr id="469" name="Shape 469"/>
        <p:cNvGrpSpPr/>
        <p:nvPr/>
      </p:nvGrpSpPr>
      <p:grpSpPr>
        <a:xfrm>
          <a:off x="0" y="0"/>
          <a:ext cx="0" cy="0"/>
          <a:chOff x="0" y="0"/>
          <a:chExt cx="0" cy="0"/>
        </a:xfrm>
      </p:grpSpPr>
      <p:sp>
        <p:nvSpPr>
          <p:cNvPr id="470" name="Google Shape;470;p23"/>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71" name="Google Shape;471;p23"/>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472" name="Google Shape;472;p23"/>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473" name="Google Shape;473;p23"/>
          <p:cNvSpPr txBox="1"/>
          <p:nvPr>
            <p:ph idx="2"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74" name="Google Shape;474;p23"/>
          <p:cNvSpPr txBox="1"/>
          <p:nvPr>
            <p:ph idx="3" type="subTitle"/>
          </p:nvPr>
        </p:nvSpPr>
        <p:spPr>
          <a:xfrm>
            <a:off x="5539500" y="4387200"/>
            <a:ext cx="3002400" cy="6480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1200"/>
              <a:buFont typeface="Hanken Grotesk"/>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1">
  <p:cSld name="CUSTOM_3_1">
    <p:bg>
      <p:bgPr>
        <a:solidFill>
          <a:schemeClr val="dk2"/>
        </a:solidFill>
      </p:bgPr>
    </p:bg>
    <p:spTree>
      <p:nvGrpSpPr>
        <p:cNvPr id="475" name="Shape 475"/>
        <p:cNvGrpSpPr/>
        <p:nvPr/>
      </p:nvGrpSpPr>
      <p:grpSpPr>
        <a:xfrm>
          <a:off x="0" y="0"/>
          <a:ext cx="0" cy="0"/>
          <a:chOff x="0" y="0"/>
          <a:chExt cx="0" cy="0"/>
        </a:xfrm>
      </p:grpSpPr>
      <p:sp>
        <p:nvSpPr>
          <p:cNvPr id="476" name="Google Shape;476;p24"/>
          <p:cNvSpPr/>
          <p:nvPr/>
        </p:nvSpPr>
        <p:spPr>
          <a:xfrm>
            <a:off x="-2450" y="486600"/>
            <a:ext cx="9144000" cy="46569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77" name="Google Shape;477;p24"/>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478" name="Google Shape;478;p24"/>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479" name="Google Shape;479;p24"/>
          <p:cNvSpPr txBox="1"/>
          <p:nvPr>
            <p:ph idx="2" type="subTitle"/>
          </p:nvPr>
        </p:nvSpPr>
        <p:spPr>
          <a:xfrm>
            <a:off x="5539500" y="4387200"/>
            <a:ext cx="3002400" cy="6480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1200"/>
              <a:buFont typeface="Hanken Grotesk"/>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0" name="Google Shape;480;p24"/>
          <p:cNvSpPr txBox="1"/>
          <p:nvPr>
            <p:ph idx="3"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s 1 1">
  <p:cSld name="CUSTOM_7_1_1_1_1_1_1_1_1_1_1_1_1_1_1_1_1_6_1">
    <p:spTree>
      <p:nvGrpSpPr>
        <p:cNvPr id="481" name="Shape 481"/>
        <p:cNvGrpSpPr/>
        <p:nvPr/>
      </p:nvGrpSpPr>
      <p:grpSpPr>
        <a:xfrm>
          <a:off x="0" y="0"/>
          <a:ext cx="0" cy="0"/>
          <a:chOff x="0" y="0"/>
          <a:chExt cx="0" cy="0"/>
        </a:xfrm>
      </p:grpSpPr>
      <p:sp>
        <p:nvSpPr>
          <p:cNvPr id="482" name="Google Shape;482;p25"/>
          <p:cNvSpPr txBox="1"/>
          <p:nvPr>
            <p:ph type="title"/>
          </p:nvPr>
        </p:nvSpPr>
        <p:spPr>
          <a:xfrm>
            <a:off x="2184250"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3" name="Google Shape;483;p25"/>
          <p:cNvSpPr txBox="1"/>
          <p:nvPr>
            <p:ph idx="2" type="title"/>
          </p:nvPr>
        </p:nvSpPr>
        <p:spPr>
          <a:xfrm>
            <a:off x="3962263"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4" name="Google Shape;484;p25"/>
          <p:cNvSpPr txBox="1"/>
          <p:nvPr>
            <p:ph idx="3" type="title"/>
          </p:nvPr>
        </p:nvSpPr>
        <p:spPr>
          <a:xfrm>
            <a:off x="406525"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5" name="Google Shape;485;p25"/>
          <p:cNvSpPr txBox="1"/>
          <p:nvPr>
            <p:ph idx="4" type="title"/>
          </p:nvPr>
        </p:nvSpPr>
        <p:spPr>
          <a:xfrm>
            <a:off x="5729600"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6" name="Google Shape;486;p25"/>
          <p:cNvSpPr txBox="1"/>
          <p:nvPr>
            <p:ph idx="5" type="title"/>
          </p:nvPr>
        </p:nvSpPr>
        <p:spPr>
          <a:xfrm>
            <a:off x="7518138"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7" name="Google Shape;487;p25"/>
          <p:cNvSpPr txBox="1"/>
          <p:nvPr>
            <p:ph idx="6" type="title"/>
          </p:nvPr>
        </p:nvSpPr>
        <p:spPr>
          <a:xfrm>
            <a:off x="2247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8" name="Google Shape;488;p25"/>
          <p:cNvSpPr txBox="1"/>
          <p:nvPr>
            <p:ph idx="7" type="title"/>
          </p:nvPr>
        </p:nvSpPr>
        <p:spPr>
          <a:xfrm>
            <a:off x="200380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9" name="Google Shape;489;p25"/>
          <p:cNvSpPr txBox="1"/>
          <p:nvPr>
            <p:ph idx="8" type="title"/>
          </p:nvPr>
        </p:nvSpPr>
        <p:spPr>
          <a:xfrm>
            <a:off x="378050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90" name="Google Shape;490;p25"/>
          <p:cNvSpPr txBox="1"/>
          <p:nvPr>
            <p:ph idx="9" type="title"/>
          </p:nvPr>
        </p:nvSpPr>
        <p:spPr>
          <a:xfrm>
            <a:off x="55586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91" name="Google Shape;491;p25"/>
          <p:cNvSpPr txBox="1"/>
          <p:nvPr>
            <p:ph idx="13" type="title"/>
          </p:nvPr>
        </p:nvSpPr>
        <p:spPr>
          <a:xfrm>
            <a:off x="73364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92" name="Google Shape;492;p25"/>
          <p:cNvSpPr txBox="1"/>
          <p:nvPr>
            <p:ph idx="14" type="title"/>
          </p:nvPr>
        </p:nvSpPr>
        <p:spPr>
          <a:xfrm>
            <a:off x="73399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3" name="Google Shape;493;p25"/>
          <p:cNvSpPr txBox="1"/>
          <p:nvPr>
            <p:ph idx="15" type="title"/>
          </p:nvPr>
        </p:nvSpPr>
        <p:spPr>
          <a:xfrm>
            <a:off x="37800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4" name="Google Shape;494;p25"/>
          <p:cNvSpPr txBox="1"/>
          <p:nvPr>
            <p:ph idx="16" type="title"/>
          </p:nvPr>
        </p:nvSpPr>
        <p:spPr>
          <a:xfrm>
            <a:off x="55571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5" name="Google Shape;495;p25"/>
          <p:cNvSpPr txBox="1"/>
          <p:nvPr>
            <p:ph idx="17" type="title"/>
          </p:nvPr>
        </p:nvSpPr>
        <p:spPr>
          <a:xfrm>
            <a:off x="227650"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6" name="Google Shape;496;p25"/>
          <p:cNvSpPr txBox="1"/>
          <p:nvPr>
            <p:ph idx="18" type="title"/>
          </p:nvPr>
        </p:nvSpPr>
        <p:spPr>
          <a:xfrm>
            <a:off x="2004750"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7" name="Google Shape;497;p25"/>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498" name="Google Shape;498;p25"/>
          <p:cNvSpPr txBox="1"/>
          <p:nvPr>
            <p:ph idx="19" type="body"/>
          </p:nvPr>
        </p:nvSpPr>
        <p:spPr>
          <a:xfrm>
            <a:off x="223881"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99" name="Google Shape;499;p25"/>
          <p:cNvSpPr txBox="1"/>
          <p:nvPr>
            <p:ph idx="20" type="body"/>
          </p:nvPr>
        </p:nvSpPr>
        <p:spPr>
          <a:xfrm>
            <a:off x="2004019"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0" name="Google Shape;500;p25"/>
          <p:cNvSpPr txBox="1"/>
          <p:nvPr>
            <p:ph idx="21" type="body"/>
          </p:nvPr>
        </p:nvSpPr>
        <p:spPr>
          <a:xfrm>
            <a:off x="37800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1" name="Google Shape;501;p25"/>
          <p:cNvSpPr txBox="1"/>
          <p:nvPr>
            <p:ph idx="22" type="body"/>
          </p:nvPr>
        </p:nvSpPr>
        <p:spPr>
          <a:xfrm>
            <a:off x="55571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2" name="Google Shape;502;p25"/>
          <p:cNvSpPr txBox="1"/>
          <p:nvPr>
            <p:ph idx="23" type="body"/>
          </p:nvPr>
        </p:nvSpPr>
        <p:spPr>
          <a:xfrm>
            <a:off x="73342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3" name="Google Shape;503;p25"/>
          <p:cNvSpPr txBox="1"/>
          <p:nvPr>
            <p:ph idx="24" type="body"/>
          </p:nvPr>
        </p:nvSpPr>
        <p:spPr>
          <a:xfrm>
            <a:off x="226606"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4" name="Google Shape;504;p25"/>
          <p:cNvSpPr txBox="1"/>
          <p:nvPr>
            <p:ph idx="25" type="body"/>
          </p:nvPr>
        </p:nvSpPr>
        <p:spPr>
          <a:xfrm>
            <a:off x="2006744"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5" name="Google Shape;505;p25"/>
          <p:cNvSpPr txBox="1"/>
          <p:nvPr>
            <p:ph idx="26" type="body"/>
          </p:nvPr>
        </p:nvSpPr>
        <p:spPr>
          <a:xfrm>
            <a:off x="3782788"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6" name="Google Shape;506;p25"/>
          <p:cNvSpPr txBox="1"/>
          <p:nvPr>
            <p:ph idx="27" type="body"/>
          </p:nvPr>
        </p:nvSpPr>
        <p:spPr>
          <a:xfrm>
            <a:off x="5559888"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7" name="Google Shape;507;p25"/>
          <p:cNvSpPr txBox="1"/>
          <p:nvPr>
            <p:ph idx="28" type="body"/>
          </p:nvPr>
        </p:nvSpPr>
        <p:spPr>
          <a:xfrm>
            <a:off x="7339713"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8" name="Google Shape;508;p25"/>
          <p:cNvSpPr txBox="1"/>
          <p:nvPr>
            <p:ph idx="29" type="body"/>
          </p:nvPr>
        </p:nvSpPr>
        <p:spPr>
          <a:xfrm>
            <a:off x="223519"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9" name="Google Shape;509;p25"/>
          <p:cNvSpPr txBox="1"/>
          <p:nvPr>
            <p:ph idx="30" type="body"/>
          </p:nvPr>
        </p:nvSpPr>
        <p:spPr>
          <a:xfrm>
            <a:off x="2003656"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0" name="Google Shape;510;p25"/>
          <p:cNvSpPr txBox="1"/>
          <p:nvPr>
            <p:ph idx="31" type="body"/>
          </p:nvPr>
        </p:nvSpPr>
        <p:spPr>
          <a:xfrm>
            <a:off x="3779701"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1" name="Google Shape;511;p25"/>
          <p:cNvSpPr txBox="1"/>
          <p:nvPr>
            <p:ph idx="32" type="body"/>
          </p:nvPr>
        </p:nvSpPr>
        <p:spPr>
          <a:xfrm>
            <a:off x="5556800"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2" name="Google Shape;512;p25"/>
          <p:cNvSpPr txBox="1"/>
          <p:nvPr>
            <p:ph idx="33" type="body"/>
          </p:nvPr>
        </p:nvSpPr>
        <p:spPr>
          <a:xfrm>
            <a:off x="7336626"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13" name="Shape 513"/>
        <p:cNvGrpSpPr/>
        <p:nvPr/>
      </p:nvGrpSpPr>
      <p:grpSpPr>
        <a:xfrm>
          <a:off x="0" y="0"/>
          <a:ext cx="0" cy="0"/>
          <a:chOff x="0" y="0"/>
          <a:chExt cx="0" cy="0"/>
        </a:xfrm>
      </p:grpSpPr>
      <p:sp>
        <p:nvSpPr>
          <p:cNvPr id="514" name="Google Shape;514;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15" name="Google Shape;515;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16" name="Shape 516"/>
        <p:cNvGrpSpPr/>
        <p:nvPr/>
      </p:nvGrpSpPr>
      <p:grpSpPr>
        <a:xfrm>
          <a:off x="0" y="0"/>
          <a:ext cx="0" cy="0"/>
          <a:chOff x="0" y="0"/>
          <a:chExt cx="0" cy="0"/>
        </a:xfrm>
      </p:grpSpPr>
      <p:sp>
        <p:nvSpPr>
          <p:cNvPr id="517" name="Google Shape;517;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18" name="Shape 518"/>
        <p:cNvGrpSpPr/>
        <p:nvPr/>
      </p:nvGrpSpPr>
      <p:grpSpPr>
        <a:xfrm>
          <a:off x="0" y="0"/>
          <a:ext cx="0" cy="0"/>
          <a:chOff x="0" y="0"/>
          <a:chExt cx="0" cy="0"/>
        </a:xfrm>
      </p:grpSpPr>
      <p:sp>
        <p:nvSpPr>
          <p:cNvPr id="519" name="Google Shape;519;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20" name="Google Shape;52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521" name="Shape 521"/>
        <p:cNvGrpSpPr/>
        <p:nvPr/>
      </p:nvGrpSpPr>
      <p:grpSpPr>
        <a:xfrm>
          <a:off x="0" y="0"/>
          <a:ext cx="0" cy="0"/>
          <a:chOff x="0" y="0"/>
          <a:chExt cx="0" cy="0"/>
        </a:xfrm>
      </p:grpSpPr>
      <p:sp>
        <p:nvSpPr>
          <p:cNvPr id="522" name="Google Shape;522;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23" name="Google Shape;523;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4" name="Google Shape;524;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25" name="Shape 525"/>
        <p:cNvGrpSpPr/>
        <p:nvPr/>
      </p:nvGrpSpPr>
      <p:grpSpPr>
        <a:xfrm>
          <a:off x="0" y="0"/>
          <a:ext cx="0" cy="0"/>
          <a:chOff x="0" y="0"/>
          <a:chExt cx="0" cy="0"/>
        </a:xfrm>
      </p:grpSpPr>
      <p:sp>
        <p:nvSpPr>
          <p:cNvPr id="526" name="Google Shape;526;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527" name="Shape 527"/>
        <p:cNvGrpSpPr/>
        <p:nvPr/>
      </p:nvGrpSpPr>
      <p:grpSpPr>
        <a:xfrm>
          <a:off x="0" y="0"/>
          <a:ext cx="0" cy="0"/>
          <a:chOff x="0" y="0"/>
          <a:chExt cx="0" cy="0"/>
        </a:xfrm>
      </p:grpSpPr>
      <p:sp>
        <p:nvSpPr>
          <p:cNvPr id="528" name="Google Shape;528;p3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29" name="Google Shape;529;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30" name="Shape 530"/>
        <p:cNvGrpSpPr/>
        <p:nvPr/>
      </p:nvGrpSpPr>
      <p:grpSpPr>
        <a:xfrm>
          <a:off x="0" y="0"/>
          <a:ext cx="0" cy="0"/>
          <a:chOff x="0" y="0"/>
          <a:chExt cx="0" cy="0"/>
        </a:xfrm>
      </p:grpSpPr>
      <p:sp>
        <p:nvSpPr>
          <p:cNvPr id="531" name="Google Shape;531;p3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32" name="Shape 532"/>
        <p:cNvGrpSpPr/>
        <p:nvPr/>
      </p:nvGrpSpPr>
      <p:grpSpPr>
        <a:xfrm>
          <a:off x="0" y="0"/>
          <a:ext cx="0" cy="0"/>
          <a:chOff x="0" y="0"/>
          <a:chExt cx="0" cy="0"/>
        </a:xfrm>
      </p:grpSpPr>
      <p:sp>
        <p:nvSpPr>
          <p:cNvPr id="533" name="Google Shape;533;p3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34" name="Google Shape;534;p3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5" name="Google Shape;535;p3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36" name="Shape 536"/>
        <p:cNvGrpSpPr/>
        <p:nvPr/>
      </p:nvGrpSpPr>
      <p:grpSpPr>
        <a:xfrm>
          <a:off x="0" y="0"/>
          <a:ext cx="0" cy="0"/>
          <a:chOff x="0" y="0"/>
          <a:chExt cx="0" cy="0"/>
        </a:xfrm>
      </p:grpSpPr>
      <p:sp>
        <p:nvSpPr>
          <p:cNvPr id="537" name="Google Shape;537;p3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38" name="Shape 538"/>
        <p:cNvGrpSpPr/>
        <p:nvPr/>
      </p:nvGrpSpPr>
      <p:grpSpPr>
        <a:xfrm>
          <a:off x="0" y="0"/>
          <a:ext cx="0" cy="0"/>
          <a:chOff x="0" y="0"/>
          <a:chExt cx="0" cy="0"/>
        </a:xfrm>
      </p:grpSpPr>
      <p:sp>
        <p:nvSpPr>
          <p:cNvPr id="539" name="Google Shape;539;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40" name="Google Shape;540;p3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41" name="Shape 541"/>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542" name="Shape 542"/>
        <p:cNvGrpSpPr/>
        <p:nvPr/>
      </p:nvGrpSpPr>
      <p:grpSpPr>
        <a:xfrm>
          <a:off x="0" y="0"/>
          <a:ext cx="0" cy="0"/>
          <a:chOff x="0" y="0"/>
          <a:chExt cx="0" cy="0"/>
        </a:xfrm>
      </p:grpSpPr>
      <p:sp>
        <p:nvSpPr>
          <p:cNvPr id="543" name="Google Shape;543;p37"/>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44" name="Google Shape;544;p3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5" name="Google Shape;545;p3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6" name="Google Shape;546;p3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7" name="Google Shape;547;p3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8" name="Google Shape;548;p3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9" name="Google Shape;549;p3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50" name="Shape 550"/>
        <p:cNvGrpSpPr/>
        <p:nvPr/>
      </p:nvGrpSpPr>
      <p:grpSpPr>
        <a:xfrm>
          <a:off x="0" y="0"/>
          <a:ext cx="0" cy="0"/>
          <a:chOff x="0" y="0"/>
          <a:chExt cx="0" cy="0"/>
        </a:xfrm>
      </p:grpSpPr>
      <p:sp>
        <p:nvSpPr>
          <p:cNvPr id="551" name="Google Shape;551;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52" name="Google Shape;552;p38"/>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3" name="Google Shape;553;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54" name="Shape 554"/>
        <p:cNvGrpSpPr/>
        <p:nvPr/>
      </p:nvGrpSpPr>
      <p:grpSpPr>
        <a:xfrm>
          <a:off x="0" y="0"/>
          <a:ext cx="0" cy="0"/>
          <a:chOff x="0" y="0"/>
          <a:chExt cx="0" cy="0"/>
        </a:xfrm>
      </p:grpSpPr>
      <p:sp>
        <p:nvSpPr>
          <p:cNvPr id="555" name="Google Shape;555;p39"/>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56" name="Google Shape;556;p39"/>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7" name="Google Shape;557;p39"/>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8" name="Google Shape;558;p3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59" name="Google Shape;559;p3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60" name="Shape 560"/>
        <p:cNvGrpSpPr/>
        <p:nvPr/>
      </p:nvGrpSpPr>
      <p:grpSpPr>
        <a:xfrm>
          <a:off x="0" y="0"/>
          <a:ext cx="0" cy="0"/>
          <a:chOff x="0" y="0"/>
          <a:chExt cx="0" cy="0"/>
        </a:xfrm>
      </p:grpSpPr>
      <p:sp>
        <p:nvSpPr>
          <p:cNvPr id="561" name="Google Shape;561;p40"/>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62" name="Google Shape;562;p40"/>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63" name="Google Shape;563;p40"/>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64" name="Google Shape;564;p4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5" name="Google Shape;565;p4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6" name="Google Shape;566;p4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7" name="Google Shape;567;p40"/>
          <p:cNvSpPr txBox="1"/>
          <p:nvPr>
            <p:ph idx="6"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68" name="Shape 568"/>
        <p:cNvGrpSpPr/>
        <p:nvPr/>
      </p:nvGrpSpPr>
      <p:grpSpPr>
        <a:xfrm>
          <a:off x="0" y="0"/>
          <a:ext cx="0" cy="0"/>
          <a:chOff x="0" y="0"/>
          <a:chExt cx="0" cy="0"/>
        </a:xfrm>
      </p:grpSpPr>
      <p:sp>
        <p:nvSpPr>
          <p:cNvPr id="569" name="Google Shape;569;p41"/>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70" name="Google Shape;570;p41"/>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71" name="Google Shape;571;p41"/>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72" name="Google Shape;572;p41"/>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73" name="Google Shape;573;p41"/>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74" name="Google Shape;574;p4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5" name="Google Shape;575;p4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6" name="Google Shape;576;p4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7" name="Google Shape;577;p4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78" name="Shape 578"/>
        <p:cNvGrpSpPr/>
        <p:nvPr/>
      </p:nvGrpSpPr>
      <p:grpSpPr>
        <a:xfrm>
          <a:off x="0" y="0"/>
          <a:ext cx="0" cy="0"/>
          <a:chOff x="0" y="0"/>
          <a:chExt cx="0" cy="0"/>
        </a:xfrm>
      </p:grpSpPr>
      <p:sp>
        <p:nvSpPr>
          <p:cNvPr id="579" name="Google Shape;579;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80" name="Google Shape;580;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81" name="Shape 581"/>
        <p:cNvGrpSpPr/>
        <p:nvPr/>
      </p:nvGrpSpPr>
      <p:grpSpPr>
        <a:xfrm>
          <a:off x="0" y="0"/>
          <a:ext cx="0" cy="0"/>
          <a:chOff x="0" y="0"/>
          <a:chExt cx="0" cy="0"/>
        </a:xfrm>
      </p:grpSpPr>
      <p:sp>
        <p:nvSpPr>
          <p:cNvPr id="582" name="Google Shape;582;p43"/>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83" name="Google Shape;583;p43"/>
          <p:cNvSpPr/>
          <p:nvPr>
            <p:ph idx="2" type="pic"/>
          </p:nvPr>
        </p:nvSpPr>
        <p:spPr>
          <a:xfrm>
            <a:off x="4804825" y="1133300"/>
            <a:ext cx="4027500" cy="2392800"/>
          </a:xfrm>
          <a:prstGeom prst="rect">
            <a:avLst/>
          </a:prstGeom>
          <a:noFill/>
          <a:ln>
            <a:noFill/>
          </a:ln>
        </p:spPr>
      </p:sp>
      <p:sp>
        <p:nvSpPr>
          <p:cNvPr id="584" name="Google Shape;584;p43"/>
          <p:cNvSpPr/>
          <p:nvPr>
            <p:ph idx="3" type="pic"/>
          </p:nvPr>
        </p:nvSpPr>
        <p:spPr>
          <a:xfrm>
            <a:off x="311725" y="1133300"/>
            <a:ext cx="4027500" cy="2392800"/>
          </a:xfrm>
          <a:prstGeom prst="rect">
            <a:avLst/>
          </a:prstGeom>
          <a:noFill/>
          <a:ln>
            <a:noFill/>
          </a:ln>
        </p:spPr>
      </p:sp>
      <p:sp>
        <p:nvSpPr>
          <p:cNvPr id="585" name="Google Shape;585;p43"/>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86" name="Google Shape;586;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87" name="Google Shape;587;p4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88" name="Google Shape;588;p4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89" name="Shape 589"/>
        <p:cNvGrpSpPr/>
        <p:nvPr/>
      </p:nvGrpSpPr>
      <p:grpSpPr>
        <a:xfrm>
          <a:off x="0" y="0"/>
          <a:ext cx="0" cy="0"/>
          <a:chOff x="0" y="0"/>
          <a:chExt cx="0" cy="0"/>
        </a:xfrm>
      </p:grpSpPr>
      <p:sp>
        <p:nvSpPr>
          <p:cNvPr id="590" name="Google Shape;590;p44"/>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1" name="Google Shape;591;p44"/>
          <p:cNvSpPr/>
          <p:nvPr>
            <p:ph idx="2" type="pic"/>
          </p:nvPr>
        </p:nvSpPr>
        <p:spPr>
          <a:xfrm>
            <a:off x="6205225" y="1128325"/>
            <a:ext cx="2627100" cy="2273100"/>
          </a:xfrm>
          <a:prstGeom prst="rect">
            <a:avLst/>
          </a:prstGeom>
          <a:noFill/>
          <a:ln>
            <a:noFill/>
          </a:ln>
        </p:spPr>
      </p:sp>
      <p:sp>
        <p:nvSpPr>
          <p:cNvPr id="592" name="Google Shape;592;p44"/>
          <p:cNvSpPr/>
          <p:nvPr>
            <p:ph idx="3" type="pic"/>
          </p:nvPr>
        </p:nvSpPr>
        <p:spPr>
          <a:xfrm>
            <a:off x="311725" y="1128325"/>
            <a:ext cx="2627100" cy="2273100"/>
          </a:xfrm>
          <a:prstGeom prst="rect">
            <a:avLst/>
          </a:prstGeom>
          <a:noFill/>
          <a:ln>
            <a:noFill/>
          </a:ln>
        </p:spPr>
      </p:sp>
      <p:sp>
        <p:nvSpPr>
          <p:cNvPr id="593" name="Google Shape;593;p44"/>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4" name="Google Shape;594;p44"/>
          <p:cNvSpPr/>
          <p:nvPr>
            <p:ph idx="5" type="pic"/>
          </p:nvPr>
        </p:nvSpPr>
        <p:spPr>
          <a:xfrm>
            <a:off x="3255250" y="1128325"/>
            <a:ext cx="2627100" cy="2273100"/>
          </a:xfrm>
          <a:prstGeom prst="rect">
            <a:avLst/>
          </a:prstGeom>
          <a:noFill/>
          <a:ln>
            <a:noFill/>
          </a:ln>
        </p:spPr>
      </p:sp>
      <p:sp>
        <p:nvSpPr>
          <p:cNvPr id="595" name="Google Shape;595;p44"/>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6" name="Google Shape;596;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97" name="Google Shape;597;p4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98" name="Google Shape;598;p4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99" name="Google Shape;599;p4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600" name="Shape 600"/>
        <p:cNvGrpSpPr/>
        <p:nvPr/>
      </p:nvGrpSpPr>
      <p:grpSpPr>
        <a:xfrm>
          <a:off x="0" y="0"/>
          <a:ext cx="0" cy="0"/>
          <a:chOff x="0" y="0"/>
          <a:chExt cx="0" cy="0"/>
        </a:xfrm>
      </p:grpSpPr>
      <p:sp>
        <p:nvSpPr>
          <p:cNvPr id="601" name="Google Shape;601;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602" name="Shape 602"/>
        <p:cNvGrpSpPr/>
        <p:nvPr/>
      </p:nvGrpSpPr>
      <p:grpSpPr>
        <a:xfrm>
          <a:off x="0" y="0"/>
          <a:ext cx="0" cy="0"/>
          <a:chOff x="0" y="0"/>
          <a:chExt cx="0" cy="0"/>
        </a:xfrm>
      </p:grpSpPr>
      <p:sp>
        <p:nvSpPr>
          <p:cNvPr id="603" name="Google Shape;603;p46"/>
          <p:cNvSpPr/>
          <p:nvPr>
            <p:ph idx="2" type="pic"/>
          </p:nvPr>
        </p:nvSpPr>
        <p:spPr>
          <a:xfrm>
            <a:off x="3389600" y="118913"/>
            <a:ext cx="1643700" cy="1535100"/>
          </a:xfrm>
          <a:prstGeom prst="rect">
            <a:avLst/>
          </a:prstGeom>
          <a:noFill/>
          <a:ln>
            <a:noFill/>
          </a:ln>
        </p:spPr>
      </p:sp>
      <p:sp>
        <p:nvSpPr>
          <p:cNvPr id="604" name="Google Shape;604;p46"/>
          <p:cNvSpPr/>
          <p:nvPr>
            <p:ph idx="3" type="pic"/>
          </p:nvPr>
        </p:nvSpPr>
        <p:spPr>
          <a:xfrm>
            <a:off x="5195935" y="118913"/>
            <a:ext cx="1643700" cy="1535100"/>
          </a:xfrm>
          <a:prstGeom prst="rect">
            <a:avLst/>
          </a:prstGeom>
          <a:noFill/>
          <a:ln>
            <a:noFill/>
          </a:ln>
        </p:spPr>
      </p:sp>
      <p:sp>
        <p:nvSpPr>
          <p:cNvPr id="605" name="Google Shape;605;p46"/>
          <p:cNvSpPr/>
          <p:nvPr>
            <p:ph idx="4" type="pic"/>
          </p:nvPr>
        </p:nvSpPr>
        <p:spPr>
          <a:xfrm>
            <a:off x="7002270" y="118913"/>
            <a:ext cx="1643700" cy="1535100"/>
          </a:xfrm>
          <a:prstGeom prst="rect">
            <a:avLst/>
          </a:prstGeom>
          <a:noFill/>
          <a:ln>
            <a:noFill/>
          </a:ln>
        </p:spPr>
      </p:sp>
      <p:sp>
        <p:nvSpPr>
          <p:cNvPr id="606" name="Google Shape;606;p46"/>
          <p:cNvSpPr/>
          <p:nvPr>
            <p:ph idx="5" type="pic"/>
          </p:nvPr>
        </p:nvSpPr>
        <p:spPr>
          <a:xfrm>
            <a:off x="3389588" y="1804212"/>
            <a:ext cx="1643700" cy="1535100"/>
          </a:xfrm>
          <a:prstGeom prst="rect">
            <a:avLst/>
          </a:prstGeom>
          <a:noFill/>
          <a:ln>
            <a:noFill/>
          </a:ln>
        </p:spPr>
      </p:sp>
      <p:sp>
        <p:nvSpPr>
          <p:cNvPr id="607" name="Google Shape;607;p46"/>
          <p:cNvSpPr/>
          <p:nvPr>
            <p:ph idx="6" type="pic"/>
          </p:nvPr>
        </p:nvSpPr>
        <p:spPr>
          <a:xfrm>
            <a:off x="5195922" y="1804212"/>
            <a:ext cx="1643700" cy="1535100"/>
          </a:xfrm>
          <a:prstGeom prst="rect">
            <a:avLst/>
          </a:prstGeom>
          <a:noFill/>
          <a:ln>
            <a:noFill/>
          </a:ln>
        </p:spPr>
      </p:sp>
      <p:sp>
        <p:nvSpPr>
          <p:cNvPr id="608" name="Google Shape;608;p46"/>
          <p:cNvSpPr/>
          <p:nvPr>
            <p:ph idx="7" type="pic"/>
          </p:nvPr>
        </p:nvSpPr>
        <p:spPr>
          <a:xfrm>
            <a:off x="7002257" y="1804212"/>
            <a:ext cx="1643700" cy="1535100"/>
          </a:xfrm>
          <a:prstGeom prst="rect">
            <a:avLst/>
          </a:prstGeom>
          <a:noFill/>
          <a:ln>
            <a:noFill/>
          </a:ln>
        </p:spPr>
      </p:sp>
      <p:sp>
        <p:nvSpPr>
          <p:cNvPr id="609" name="Google Shape;609;p4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610" name="Google Shape;610;p46"/>
          <p:cNvSpPr/>
          <p:nvPr>
            <p:ph idx="8" type="pic"/>
          </p:nvPr>
        </p:nvSpPr>
        <p:spPr>
          <a:xfrm>
            <a:off x="3389588" y="3489487"/>
            <a:ext cx="1643700" cy="1535100"/>
          </a:xfrm>
          <a:prstGeom prst="rect">
            <a:avLst/>
          </a:prstGeom>
          <a:noFill/>
          <a:ln>
            <a:noFill/>
          </a:ln>
        </p:spPr>
      </p:sp>
      <p:sp>
        <p:nvSpPr>
          <p:cNvPr id="611" name="Google Shape;611;p46"/>
          <p:cNvSpPr/>
          <p:nvPr>
            <p:ph idx="9" type="pic"/>
          </p:nvPr>
        </p:nvSpPr>
        <p:spPr>
          <a:xfrm>
            <a:off x="5195922" y="3489487"/>
            <a:ext cx="1643700" cy="1535100"/>
          </a:xfrm>
          <a:prstGeom prst="rect">
            <a:avLst/>
          </a:prstGeom>
          <a:noFill/>
          <a:ln>
            <a:noFill/>
          </a:ln>
        </p:spPr>
      </p:sp>
      <p:sp>
        <p:nvSpPr>
          <p:cNvPr id="612" name="Google Shape;612;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1.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1pPr>
            <a:lvl2pPr lvl="1">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2pPr>
            <a:lvl3pPr lvl="2">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3pPr>
            <a:lvl4pPr lvl="3">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4pPr>
            <a:lvl5pPr lvl="4">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5pPr>
            <a:lvl6pPr lvl="5">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6pPr>
            <a:lvl7pPr lvl="6">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7pPr>
            <a:lvl8pPr lvl="7">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8pPr>
            <a:lvl9pPr lvl="8">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1pPr>
            <a:lvl2pPr indent="-292100" lvl="1" marL="9144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2pPr>
            <a:lvl3pPr indent="-292100" lvl="2" marL="13716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3pPr>
            <a:lvl4pPr indent="-292100" lvl="3" marL="18288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4pPr>
            <a:lvl5pPr indent="-292100" lvl="4" marL="22860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5pPr>
            <a:lvl6pPr indent="-292100" lvl="5" marL="27432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6pPr>
            <a:lvl7pPr indent="-292100" lvl="6" marL="32004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7pPr>
            <a:lvl8pPr indent="-292100" lvl="7" marL="36576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8pPr>
            <a:lvl9pPr indent="-292100" lvl="8" marL="41148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1pPr>
            <a:lvl2pPr indent="0" lvl="1"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2pPr>
            <a:lvl3pPr indent="0" lvl="2"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3pPr>
            <a:lvl4pPr indent="0" lvl="3"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4pPr>
            <a:lvl5pPr indent="0" lvl="4"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5pPr>
            <a:lvl6pPr indent="0" lvl="5"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6pPr>
            <a:lvl7pPr indent="0" lvl="6"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7pPr>
            <a:lvl8pPr indent="0" lvl="7"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8pPr>
            <a:lvl9pPr indent="0" lvl="8"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16" name="Shape 616"/>
        <p:cNvGrpSpPr/>
        <p:nvPr/>
      </p:nvGrpSpPr>
      <p:grpSpPr>
        <a:xfrm>
          <a:off x="0" y="0"/>
          <a:ext cx="0" cy="0"/>
          <a:chOff x="0" y="0"/>
          <a:chExt cx="0" cy="0"/>
        </a:xfrm>
      </p:grpSpPr>
      <p:sp>
        <p:nvSpPr>
          <p:cNvPr id="617" name="Google Shape;617;p47"/>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18" name="Google Shape;618;p47"/>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19" name="Google Shape;619;p47"/>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20" name="Google Shape;620;p47"/>
          <p:cNvSpPr txBox="1"/>
          <p:nvPr>
            <p:ph type="title"/>
          </p:nvPr>
        </p:nvSpPr>
        <p:spPr>
          <a:xfrm>
            <a:off x="593175" y="486000"/>
            <a:ext cx="7916400" cy="27432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SzPts val="8000"/>
              <a:buNone/>
            </a:pPr>
            <a:r>
              <a:rPr lang="en"/>
              <a:t>Prelim Pitch</a:t>
            </a:r>
            <a:br>
              <a:rPr lang="en"/>
            </a:b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48"/>
          <p:cNvSpPr txBox="1"/>
          <p:nvPr>
            <p:ph idx="4294967295" type="body"/>
          </p:nvPr>
        </p:nvSpPr>
        <p:spPr>
          <a:xfrm>
            <a:off x="121200" y="958750"/>
            <a:ext cx="4450800" cy="445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300"/>
              <a:t>Health care data is fragmented and patients pay the price</a:t>
            </a:r>
            <a:endParaRPr b="1" sz="2300"/>
          </a:p>
          <a:p>
            <a:pPr indent="0" lvl="0" marL="0" rtl="0" algn="l">
              <a:spcBef>
                <a:spcPts val="0"/>
              </a:spcBef>
              <a:spcAft>
                <a:spcPts val="0"/>
              </a:spcAft>
              <a:buNone/>
            </a:pPr>
            <a:r>
              <a:t/>
            </a:r>
            <a:endParaRPr b="1" sz="2000"/>
          </a:p>
          <a:p>
            <a:pPr indent="0" lvl="0" marL="0" rtl="0" algn="l">
              <a:spcBef>
                <a:spcPts val="0"/>
              </a:spcBef>
              <a:spcAft>
                <a:spcPts val="0"/>
              </a:spcAft>
              <a:buNone/>
            </a:pPr>
            <a:r>
              <a:t/>
            </a:r>
            <a:endParaRPr b="1" sz="2000"/>
          </a:p>
          <a:p>
            <a:pPr indent="-336550" lvl="0" marL="457200" rtl="0" algn="l">
              <a:spcBef>
                <a:spcPts val="0"/>
              </a:spcBef>
              <a:spcAft>
                <a:spcPts val="0"/>
              </a:spcAft>
              <a:buSzPts val="1700"/>
              <a:buChar char="-"/>
            </a:pPr>
            <a:r>
              <a:rPr i="1" lang="en" sz="1700"/>
              <a:t>Millions of patients struggle with disconnected health records, despite the 21st Century Cures Act</a:t>
            </a:r>
            <a:endParaRPr i="1" sz="1700"/>
          </a:p>
        </p:txBody>
      </p:sp>
      <p:pic>
        <p:nvPicPr>
          <p:cNvPr id="626" name="Google Shape;626;p48"/>
          <p:cNvPicPr preferRelativeResize="0"/>
          <p:nvPr/>
        </p:nvPicPr>
        <p:blipFill>
          <a:blip r:embed="rId3">
            <a:alphaModFix/>
          </a:blip>
          <a:stretch>
            <a:fillRect/>
          </a:stretch>
        </p:blipFill>
        <p:spPr>
          <a:xfrm>
            <a:off x="4724400" y="76200"/>
            <a:ext cx="4267200" cy="49911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grpSp>
        <p:nvGrpSpPr>
          <p:cNvPr id="631" name="Google Shape;631;p49"/>
          <p:cNvGrpSpPr/>
          <p:nvPr/>
        </p:nvGrpSpPr>
        <p:grpSpPr>
          <a:xfrm>
            <a:off x="6088450" y="1310450"/>
            <a:ext cx="2856600" cy="2522538"/>
            <a:chOff x="3140675" y="501200"/>
            <a:chExt cx="2856600" cy="4462300"/>
          </a:xfrm>
        </p:grpSpPr>
        <p:sp>
          <p:nvSpPr>
            <p:cNvPr id="632" name="Google Shape;632;p49"/>
            <p:cNvSpPr/>
            <p:nvPr/>
          </p:nvSpPr>
          <p:spPr>
            <a:xfrm rot="5400000">
              <a:off x="2427125" y="1393350"/>
              <a:ext cx="4283700" cy="2856600"/>
            </a:xfrm>
            <a:prstGeom prst="roundRect">
              <a:avLst>
                <a:gd fmla="val 592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33" name="Google Shape;633;p49"/>
            <p:cNvSpPr/>
            <p:nvPr/>
          </p:nvSpPr>
          <p:spPr>
            <a:xfrm>
              <a:off x="3295225" y="501200"/>
              <a:ext cx="1122283" cy="180007"/>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634" name="Google Shape;634;p49"/>
          <p:cNvGrpSpPr/>
          <p:nvPr/>
        </p:nvGrpSpPr>
        <p:grpSpPr>
          <a:xfrm>
            <a:off x="194375" y="1310483"/>
            <a:ext cx="2856600" cy="2522538"/>
            <a:chOff x="192900" y="501200"/>
            <a:chExt cx="2856600" cy="4462300"/>
          </a:xfrm>
        </p:grpSpPr>
        <p:sp>
          <p:nvSpPr>
            <p:cNvPr id="635" name="Google Shape;635;p49"/>
            <p:cNvSpPr/>
            <p:nvPr/>
          </p:nvSpPr>
          <p:spPr>
            <a:xfrm rot="5400000">
              <a:off x="-520650" y="1393350"/>
              <a:ext cx="4283700" cy="2856600"/>
            </a:xfrm>
            <a:prstGeom prst="roundRect">
              <a:avLst>
                <a:gd fmla="val 592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36" name="Google Shape;636;p49"/>
            <p:cNvSpPr/>
            <p:nvPr/>
          </p:nvSpPr>
          <p:spPr>
            <a:xfrm>
              <a:off x="347450" y="501200"/>
              <a:ext cx="1122283" cy="180007"/>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637" name="Google Shape;637;p49"/>
          <p:cNvGrpSpPr/>
          <p:nvPr/>
        </p:nvGrpSpPr>
        <p:grpSpPr>
          <a:xfrm>
            <a:off x="3140675" y="1310484"/>
            <a:ext cx="2856600" cy="2522538"/>
            <a:chOff x="3140675" y="501200"/>
            <a:chExt cx="2856600" cy="4462300"/>
          </a:xfrm>
        </p:grpSpPr>
        <p:sp>
          <p:nvSpPr>
            <p:cNvPr id="638" name="Google Shape;638;p49"/>
            <p:cNvSpPr/>
            <p:nvPr/>
          </p:nvSpPr>
          <p:spPr>
            <a:xfrm rot="5400000">
              <a:off x="2427125" y="1393350"/>
              <a:ext cx="4283700" cy="2856600"/>
            </a:xfrm>
            <a:prstGeom prst="roundRect">
              <a:avLst>
                <a:gd fmla="val 592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39" name="Google Shape;639;p49"/>
            <p:cNvSpPr/>
            <p:nvPr/>
          </p:nvSpPr>
          <p:spPr>
            <a:xfrm>
              <a:off x="3295225" y="501200"/>
              <a:ext cx="1122283" cy="180007"/>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640" name="Google Shape;640;p49"/>
          <p:cNvSpPr txBox="1"/>
          <p:nvPr>
            <p:ph idx="1" type="subTitle"/>
          </p:nvPr>
        </p:nvSpPr>
        <p:spPr>
          <a:xfrm>
            <a:off x="285100" y="180450"/>
            <a:ext cx="3696300" cy="286200"/>
          </a:xfrm>
          <a:prstGeom prst="rect">
            <a:avLst/>
          </a:prstGeom>
        </p:spPr>
        <p:txBody>
          <a:bodyPr anchorCtr="0" anchor="ctr" bIns="0" lIns="0" spcFirstLastPara="1" rIns="0" wrap="square" tIns="0">
            <a:normAutofit/>
          </a:bodyPr>
          <a:lstStyle/>
          <a:p>
            <a:pPr indent="0" lvl="0" marL="0" rtl="0" algn="l">
              <a:lnSpc>
                <a:spcPct val="115000"/>
              </a:lnSpc>
              <a:spcBef>
                <a:spcPts val="0"/>
              </a:spcBef>
              <a:spcAft>
                <a:spcPts val="0"/>
              </a:spcAft>
              <a:buSzPts val="1000"/>
              <a:buNone/>
            </a:pPr>
            <a:r>
              <a:rPr lang="en"/>
              <a:t>KEY PROBLEMS</a:t>
            </a:r>
            <a:endParaRPr/>
          </a:p>
        </p:txBody>
      </p:sp>
      <p:sp>
        <p:nvSpPr>
          <p:cNvPr id="641" name="Google Shape;641;p49"/>
          <p:cNvSpPr txBox="1"/>
          <p:nvPr>
            <p:ph idx="4" type="body"/>
          </p:nvPr>
        </p:nvSpPr>
        <p:spPr>
          <a:xfrm>
            <a:off x="194075" y="1700150"/>
            <a:ext cx="2856900" cy="3548700"/>
          </a:xfrm>
          <a:prstGeom prst="rect">
            <a:avLst/>
          </a:prstGeom>
        </p:spPr>
        <p:txBody>
          <a:bodyPr anchorCtr="0" anchor="t" bIns="180000" lIns="180000" spcFirstLastPara="1" rIns="180000" wrap="square" tIns="270000">
            <a:normAutofit/>
          </a:bodyPr>
          <a:lstStyle/>
          <a:p>
            <a:pPr indent="0" lvl="0" marL="90000" rtl="0" algn="ctr">
              <a:lnSpc>
                <a:spcPct val="115000"/>
              </a:lnSpc>
              <a:spcBef>
                <a:spcPts val="0"/>
              </a:spcBef>
              <a:spcAft>
                <a:spcPts val="500"/>
              </a:spcAft>
              <a:buClr>
                <a:schemeClr val="dk1"/>
              </a:buClr>
              <a:buSzPts val="900"/>
              <a:buFont typeface="Arial"/>
              <a:buNone/>
            </a:pPr>
            <a:r>
              <a:rPr lang="en" sz="1800"/>
              <a:t>EHRs aren’t easily accessible across state lines</a:t>
            </a:r>
            <a:endParaRPr sz="1800"/>
          </a:p>
        </p:txBody>
      </p:sp>
      <p:sp>
        <p:nvSpPr>
          <p:cNvPr id="642" name="Google Shape;642;p49"/>
          <p:cNvSpPr txBox="1"/>
          <p:nvPr>
            <p:ph idx="5" type="body"/>
          </p:nvPr>
        </p:nvSpPr>
        <p:spPr>
          <a:xfrm>
            <a:off x="3140525" y="1548838"/>
            <a:ext cx="2856900" cy="2254500"/>
          </a:xfrm>
          <a:prstGeom prst="rect">
            <a:avLst/>
          </a:prstGeom>
        </p:spPr>
        <p:txBody>
          <a:bodyPr anchorCtr="0" anchor="t" bIns="180000" lIns="180000" spcFirstLastPara="1" rIns="180000" wrap="square" tIns="270000">
            <a:normAutofit/>
          </a:bodyPr>
          <a:lstStyle/>
          <a:p>
            <a:pPr indent="0" lvl="0" marL="90000" rtl="0" algn="ctr">
              <a:lnSpc>
                <a:spcPct val="115000"/>
              </a:lnSpc>
              <a:spcBef>
                <a:spcPts val="0"/>
              </a:spcBef>
              <a:spcAft>
                <a:spcPts val="500"/>
              </a:spcAft>
              <a:buClr>
                <a:schemeClr val="dk1"/>
              </a:buClr>
              <a:buSzPts val="900"/>
              <a:buFont typeface="Arial"/>
              <a:buNone/>
            </a:pPr>
            <a:r>
              <a:rPr lang="en" sz="1800"/>
              <a:t>Patients don’t know which out-of-state doctors accept their insurance plan/tier.</a:t>
            </a:r>
            <a:endParaRPr sz="1800"/>
          </a:p>
        </p:txBody>
      </p:sp>
      <p:sp>
        <p:nvSpPr>
          <p:cNvPr id="643" name="Google Shape;643;p49"/>
          <p:cNvSpPr txBox="1"/>
          <p:nvPr>
            <p:ph idx="6" type="body"/>
          </p:nvPr>
        </p:nvSpPr>
        <p:spPr>
          <a:xfrm>
            <a:off x="6086975" y="1414925"/>
            <a:ext cx="2856900" cy="3548700"/>
          </a:xfrm>
          <a:prstGeom prst="rect">
            <a:avLst/>
          </a:prstGeom>
        </p:spPr>
        <p:txBody>
          <a:bodyPr anchorCtr="0" anchor="t" bIns="180000" lIns="180000" spcFirstLastPara="1" rIns="180000" wrap="square" tIns="270000">
            <a:normAutofit/>
          </a:bodyPr>
          <a:lstStyle/>
          <a:p>
            <a:pPr indent="0" lvl="0" marL="90000" rtl="0" algn="ctr">
              <a:lnSpc>
                <a:spcPct val="115000"/>
              </a:lnSpc>
              <a:spcBef>
                <a:spcPts val="0"/>
              </a:spcBef>
              <a:spcAft>
                <a:spcPts val="500"/>
              </a:spcAft>
              <a:buClr>
                <a:schemeClr val="dk1"/>
              </a:buClr>
              <a:buSzPts val="900"/>
              <a:buFont typeface="Arial"/>
              <a:buNone/>
            </a:pPr>
            <a:r>
              <a:rPr lang="en" sz="1800"/>
              <a:t>In emergencies, new providers lack critical history (allergies, meds, past surgeries) which have led to detrimental errors.</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50"/>
          <p:cNvSpPr/>
          <p:nvPr/>
        </p:nvSpPr>
        <p:spPr>
          <a:xfrm>
            <a:off x="285100" y="1656375"/>
            <a:ext cx="2617200" cy="3252600"/>
          </a:xfrm>
          <a:prstGeom prst="roundRect">
            <a:avLst>
              <a:gd fmla="val 16667" name="adj"/>
            </a:avLst>
          </a:prstGeom>
          <a:solidFill>
            <a:srgbClr val="C0E9FF"/>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649" name="Google Shape;649;p50"/>
          <p:cNvSpPr txBox="1"/>
          <p:nvPr>
            <p:ph type="title"/>
          </p:nvPr>
        </p:nvSpPr>
        <p:spPr>
          <a:xfrm>
            <a:off x="479700" y="416725"/>
            <a:ext cx="8184600" cy="11220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SzPct val="43043"/>
              <a:buNone/>
            </a:pPr>
            <a:r>
              <a:rPr lang="en" sz="2300"/>
              <a:t>ProviderNet exists to eliminate the barriers of geography in healthcare so no </a:t>
            </a:r>
            <a:r>
              <a:rPr b="1" lang="en" sz="2300">
                <a:latin typeface="Neuton"/>
                <a:ea typeface="Neuton"/>
                <a:cs typeface="Neuton"/>
                <a:sym typeface="Neuton"/>
              </a:rPr>
              <a:t>information gap</a:t>
            </a:r>
            <a:r>
              <a:rPr lang="en" sz="2300"/>
              <a:t>, </a:t>
            </a:r>
            <a:r>
              <a:rPr b="1" lang="en" sz="2300">
                <a:latin typeface="Neuton"/>
                <a:ea typeface="Neuton"/>
                <a:cs typeface="Neuton"/>
                <a:sym typeface="Neuton"/>
              </a:rPr>
              <a:t>insurance blind spot</a:t>
            </a:r>
            <a:r>
              <a:rPr lang="en" sz="2300"/>
              <a:t>, or </a:t>
            </a:r>
            <a:r>
              <a:rPr b="1" lang="en" sz="2300">
                <a:latin typeface="Neuton"/>
                <a:ea typeface="Neuton"/>
                <a:cs typeface="Neuton"/>
                <a:sym typeface="Neuton"/>
              </a:rPr>
              <a:t>clinical oversight</a:t>
            </a:r>
            <a:r>
              <a:rPr lang="en" sz="2300"/>
              <a:t> harms patient outcomes.</a:t>
            </a:r>
            <a:endParaRPr sz="2300"/>
          </a:p>
        </p:txBody>
      </p:sp>
      <p:sp>
        <p:nvSpPr>
          <p:cNvPr id="650" name="Google Shape;650;p50"/>
          <p:cNvSpPr txBox="1"/>
          <p:nvPr>
            <p:ph idx="3" type="subTitle"/>
          </p:nvPr>
        </p:nvSpPr>
        <p:spPr>
          <a:xfrm>
            <a:off x="285100" y="2265975"/>
            <a:ext cx="2617200" cy="203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Unify health record and insurance coverage, eliminating healthcare confusion</a:t>
            </a:r>
            <a:endParaRPr sz="1800"/>
          </a:p>
        </p:txBody>
      </p:sp>
      <p:sp>
        <p:nvSpPr>
          <p:cNvPr id="651" name="Google Shape;651;p50"/>
          <p:cNvSpPr/>
          <p:nvPr/>
        </p:nvSpPr>
        <p:spPr>
          <a:xfrm>
            <a:off x="3278763" y="1656375"/>
            <a:ext cx="2617200" cy="3252600"/>
          </a:xfrm>
          <a:prstGeom prst="roundRect">
            <a:avLst>
              <a:gd fmla="val 16667" name="adj"/>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652" name="Google Shape;652;p50"/>
          <p:cNvSpPr txBox="1"/>
          <p:nvPr>
            <p:ph idx="4" type="subTitle"/>
          </p:nvPr>
        </p:nvSpPr>
        <p:spPr>
          <a:xfrm>
            <a:off x="3278774" y="1656375"/>
            <a:ext cx="2617200" cy="32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0" lvl="0" marL="0" rtl="0" algn="ctr">
              <a:spcBef>
                <a:spcPts val="0"/>
              </a:spcBef>
              <a:spcAft>
                <a:spcPts val="0"/>
              </a:spcAft>
              <a:buNone/>
            </a:pPr>
            <a:r>
              <a:rPr lang="en" sz="1800"/>
              <a:t>Deliver easy-to-read summaries to help patients understand their test results and high-level clinical briefs to give providers instant medical context through AI-powered tools</a:t>
            </a:r>
            <a:endParaRPr sz="1800"/>
          </a:p>
        </p:txBody>
      </p:sp>
      <p:sp>
        <p:nvSpPr>
          <p:cNvPr id="653" name="Google Shape;653;p50"/>
          <p:cNvSpPr txBox="1"/>
          <p:nvPr>
            <p:ph idx="5" type="subTitle"/>
          </p:nvPr>
        </p:nvSpPr>
        <p:spPr>
          <a:xfrm>
            <a:off x="285100" y="180450"/>
            <a:ext cx="3696300" cy="28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000"/>
              <a:buNone/>
            </a:pPr>
            <a:r>
              <a:rPr b="1" lang="en" sz="1000"/>
              <a:t>SOLUTIONS</a:t>
            </a:r>
            <a:endParaRPr b="1" sz="1000"/>
          </a:p>
        </p:txBody>
      </p:sp>
      <p:sp>
        <p:nvSpPr>
          <p:cNvPr id="654" name="Google Shape;654;p50"/>
          <p:cNvSpPr/>
          <p:nvPr/>
        </p:nvSpPr>
        <p:spPr>
          <a:xfrm>
            <a:off x="6272450" y="1656375"/>
            <a:ext cx="2617200" cy="3252600"/>
          </a:xfrm>
          <a:prstGeom prst="roundRect">
            <a:avLst>
              <a:gd fmla="val 16667" name="adj"/>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655" name="Google Shape;655;p50"/>
          <p:cNvSpPr txBox="1"/>
          <p:nvPr/>
        </p:nvSpPr>
        <p:spPr>
          <a:xfrm>
            <a:off x="6387500" y="2629650"/>
            <a:ext cx="2387100" cy="10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solidFill>
                  <a:schemeClr val="dk1"/>
                </a:solidFill>
                <a:latin typeface="Hanken Grotesk"/>
                <a:ea typeface="Hanken Grotesk"/>
                <a:cs typeface="Hanken Grotesk"/>
                <a:sym typeface="Hanken Grotesk"/>
              </a:rPr>
              <a:t>Guide patients to in-network providers anywhere in the US</a:t>
            </a:r>
            <a:endParaRPr sz="1800">
              <a:solidFill>
                <a:schemeClr val="dk1"/>
              </a:solidFill>
              <a:latin typeface="Hanken Grotesk"/>
              <a:ea typeface="Hanken Grotesk"/>
              <a:cs typeface="Hanken Grotesk"/>
              <a:sym typeface="Hanken Grotes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CE4"/>
        </a:solidFill>
      </p:bgPr>
    </p:bg>
    <p:spTree>
      <p:nvGrpSpPr>
        <p:cNvPr id="659" name="Shape 659"/>
        <p:cNvGrpSpPr/>
        <p:nvPr/>
      </p:nvGrpSpPr>
      <p:grpSpPr>
        <a:xfrm>
          <a:off x="0" y="0"/>
          <a:ext cx="0" cy="0"/>
          <a:chOff x="0" y="0"/>
          <a:chExt cx="0" cy="0"/>
        </a:xfrm>
      </p:grpSpPr>
      <p:sp>
        <p:nvSpPr>
          <p:cNvPr id="660" name="Google Shape;660;p51"/>
          <p:cNvSpPr txBox="1"/>
          <p:nvPr>
            <p:ph idx="1" type="subTitle"/>
          </p:nvPr>
        </p:nvSpPr>
        <p:spPr>
          <a:xfrm>
            <a:off x="1308000" y="202400"/>
            <a:ext cx="1478100" cy="364200"/>
          </a:xfrm>
          <a:prstGeom prst="rect">
            <a:avLst/>
          </a:prstGeom>
        </p:spPr>
        <p:txBody>
          <a:bodyPr anchorCtr="0" anchor="t" bIns="91425" lIns="91425" spcFirstLastPara="1" rIns="91425" wrap="square" tIns="91425">
            <a:normAutofit fontScale="85000"/>
          </a:bodyPr>
          <a:lstStyle/>
          <a:p>
            <a:pPr indent="0" lvl="0" marL="0" rtl="0" algn="ctr">
              <a:lnSpc>
                <a:spcPct val="100000"/>
              </a:lnSpc>
              <a:spcBef>
                <a:spcPts val="0"/>
              </a:spcBef>
              <a:spcAft>
                <a:spcPts val="0"/>
              </a:spcAft>
              <a:buSzPct val="100000"/>
              <a:buNone/>
            </a:pPr>
            <a:r>
              <a:rPr b="1" lang="en"/>
              <a:t>VALUE PROPOSITION</a:t>
            </a:r>
            <a:endParaRPr b="1"/>
          </a:p>
        </p:txBody>
      </p:sp>
      <p:sp>
        <p:nvSpPr>
          <p:cNvPr id="661" name="Google Shape;661;p51"/>
          <p:cNvSpPr txBox="1"/>
          <p:nvPr>
            <p:ph idx="2" type="body"/>
          </p:nvPr>
        </p:nvSpPr>
        <p:spPr>
          <a:xfrm>
            <a:off x="458250" y="1291050"/>
            <a:ext cx="8219100" cy="1864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200"/>
              <a:buNone/>
            </a:pPr>
            <a:r>
              <a:rPr b="0" lang="en" sz="4900">
                <a:latin typeface="Hanken Grotesk SemiBold"/>
                <a:ea typeface="Hanken Grotesk SemiBold"/>
                <a:cs typeface="Hanken Grotesk SemiBold"/>
                <a:sym typeface="Hanken Grotesk SemiBold"/>
              </a:rPr>
              <a:t>Uniting Your Health with the Care You’re Covered for </a:t>
            </a:r>
            <a:endParaRPr sz="4900">
              <a:latin typeface="Hanken Grotesk SemiBold"/>
              <a:ea typeface="Hanken Grotesk SemiBold"/>
              <a:cs typeface="Hanken Grotesk SemiBold"/>
              <a:sym typeface="Hanken Grotesk SemiBold"/>
            </a:endParaRPr>
          </a:p>
        </p:txBody>
      </p:sp>
      <p:cxnSp>
        <p:nvCxnSpPr>
          <p:cNvPr id="662" name="Google Shape;662;p51"/>
          <p:cNvCxnSpPr/>
          <p:nvPr/>
        </p:nvCxnSpPr>
        <p:spPr>
          <a:xfrm rot="10800000">
            <a:off x="597900" y="3336950"/>
            <a:ext cx="7948200" cy="0"/>
          </a:xfrm>
          <a:prstGeom prst="straightConnector1">
            <a:avLst/>
          </a:prstGeom>
          <a:noFill/>
          <a:ln cap="flat" cmpd="sng" w="9525">
            <a:solidFill>
              <a:schemeClr val="dk1"/>
            </a:solidFill>
            <a:prstDash val="solid"/>
            <a:round/>
            <a:headEnd len="sm" w="sm" type="none"/>
            <a:tailEnd len="sm" w="sm" type="none"/>
          </a:ln>
        </p:spPr>
      </p:cxnSp>
      <p:sp>
        <p:nvSpPr>
          <p:cNvPr id="663" name="Google Shape;663;p51"/>
          <p:cNvSpPr txBox="1"/>
          <p:nvPr/>
        </p:nvSpPr>
        <p:spPr>
          <a:xfrm>
            <a:off x="702475" y="3587469"/>
            <a:ext cx="7786800" cy="98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Hanken Grotesk"/>
                <a:ea typeface="Hanken Grotesk"/>
                <a:cs typeface="Hanken Grotesk"/>
                <a:sym typeface="Hanken Grotesk"/>
              </a:rPr>
              <a:t>ProviderNet is the only platform that unifies the healthcare journey into a single workflow. We’ve replaced the digital chaos of multiple portals with one simple login, giving patients and providers a guided care experience that finally transcends state lines.</a:t>
            </a:r>
            <a:endParaRPr sz="1500">
              <a:solidFill>
                <a:schemeClr val="dk1"/>
              </a:solidFill>
              <a:latin typeface="Hanken Grotesk"/>
              <a:ea typeface="Hanken Grotesk"/>
              <a:cs typeface="Hanken Grotesk"/>
              <a:sym typeface="Hanken Grotesk"/>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52"/>
          <p:cNvSpPr/>
          <p:nvPr/>
        </p:nvSpPr>
        <p:spPr>
          <a:xfrm rot="5400000">
            <a:off x="1238857" y="1711850"/>
            <a:ext cx="2208600" cy="4341600"/>
          </a:xfrm>
          <a:prstGeom prst="roundRect">
            <a:avLst>
              <a:gd fmla="val 5925"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69" name="Google Shape;669;p52"/>
          <p:cNvSpPr/>
          <p:nvPr/>
        </p:nvSpPr>
        <p:spPr>
          <a:xfrm rot="5400000">
            <a:off x="1274107" y="-717597"/>
            <a:ext cx="2138100" cy="4341600"/>
          </a:xfrm>
          <a:prstGeom prst="roundRect">
            <a:avLst>
              <a:gd fmla="val 5925"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70" name="Google Shape;670;p52"/>
          <p:cNvSpPr/>
          <p:nvPr/>
        </p:nvSpPr>
        <p:spPr>
          <a:xfrm rot="5400000">
            <a:off x="5731432" y="-717597"/>
            <a:ext cx="2138100" cy="4341600"/>
          </a:xfrm>
          <a:prstGeom prst="roundRect">
            <a:avLst>
              <a:gd fmla="val 5925"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71" name="Google Shape;671;p52"/>
          <p:cNvSpPr/>
          <p:nvPr/>
        </p:nvSpPr>
        <p:spPr>
          <a:xfrm rot="5400000">
            <a:off x="5697675" y="1710350"/>
            <a:ext cx="2205600" cy="4341600"/>
          </a:xfrm>
          <a:prstGeom prst="roundRect">
            <a:avLst>
              <a:gd fmla="val 5925"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72" name="Google Shape;672;p52"/>
          <p:cNvSpPr txBox="1"/>
          <p:nvPr>
            <p:ph idx="5" type="subTitle"/>
          </p:nvPr>
        </p:nvSpPr>
        <p:spPr>
          <a:xfrm>
            <a:off x="390600" y="179150"/>
            <a:ext cx="3696300" cy="153900"/>
          </a:xfrm>
          <a:prstGeom prst="rect">
            <a:avLst/>
          </a:prstGeom>
        </p:spPr>
        <p:txBody>
          <a:bodyPr anchorCtr="0" anchor="ctr" bIns="0" lIns="0" spcFirstLastPara="1" rIns="0" wrap="square" tIns="0">
            <a:normAutofit/>
          </a:bodyPr>
          <a:lstStyle/>
          <a:p>
            <a:pPr indent="0" lvl="0" marL="0" rtl="0" algn="l">
              <a:lnSpc>
                <a:spcPct val="115000"/>
              </a:lnSpc>
              <a:spcBef>
                <a:spcPts val="0"/>
              </a:spcBef>
              <a:spcAft>
                <a:spcPts val="0"/>
              </a:spcAft>
              <a:buSzPts val="1000"/>
              <a:buNone/>
            </a:pPr>
            <a:r>
              <a:rPr lang="en"/>
              <a:t>CUSTOMER DISCOVERY</a:t>
            </a:r>
            <a:endParaRPr/>
          </a:p>
        </p:txBody>
      </p:sp>
      <p:pic>
        <p:nvPicPr>
          <p:cNvPr id="673" name="Google Shape;673;p52" title="Screenshot 2026-02-12 at 11.54.52 AM.png"/>
          <p:cNvPicPr preferRelativeResize="0"/>
          <p:nvPr/>
        </p:nvPicPr>
        <p:blipFill>
          <a:blip r:embed="rId3">
            <a:alphaModFix/>
          </a:blip>
          <a:stretch>
            <a:fillRect/>
          </a:stretch>
        </p:blipFill>
        <p:spPr>
          <a:xfrm>
            <a:off x="5089050" y="2816338"/>
            <a:ext cx="3422850" cy="2129113"/>
          </a:xfrm>
          <a:prstGeom prst="rect">
            <a:avLst/>
          </a:prstGeom>
          <a:noFill/>
          <a:ln>
            <a:noFill/>
          </a:ln>
        </p:spPr>
      </p:pic>
      <p:pic>
        <p:nvPicPr>
          <p:cNvPr id="674" name="Google Shape;674;p52" title="Screenshot 2026-02-12 at 11.58.44 AM.png"/>
          <p:cNvPicPr preferRelativeResize="0"/>
          <p:nvPr/>
        </p:nvPicPr>
        <p:blipFill>
          <a:blip r:embed="rId4">
            <a:alphaModFix/>
          </a:blip>
          <a:stretch>
            <a:fillRect/>
          </a:stretch>
        </p:blipFill>
        <p:spPr>
          <a:xfrm>
            <a:off x="5089048" y="439337"/>
            <a:ext cx="3422851" cy="2027726"/>
          </a:xfrm>
          <a:prstGeom prst="rect">
            <a:avLst/>
          </a:prstGeom>
          <a:noFill/>
          <a:ln>
            <a:noFill/>
          </a:ln>
        </p:spPr>
      </p:pic>
      <p:pic>
        <p:nvPicPr>
          <p:cNvPr id="675" name="Google Shape;675;p52" title="Screenshot 2026-02-12 at 11.59.24 AM.png"/>
          <p:cNvPicPr preferRelativeResize="0"/>
          <p:nvPr/>
        </p:nvPicPr>
        <p:blipFill>
          <a:blip r:embed="rId5">
            <a:alphaModFix/>
          </a:blip>
          <a:stretch>
            <a:fillRect/>
          </a:stretch>
        </p:blipFill>
        <p:spPr>
          <a:xfrm>
            <a:off x="631727" y="427525"/>
            <a:ext cx="3422851" cy="2051341"/>
          </a:xfrm>
          <a:prstGeom prst="rect">
            <a:avLst/>
          </a:prstGeom>
          <a:solidFill>
            <a:srgbClr val="FFFFFF"/>
          </a:solidFill>
          <a:ln>
            <a:noFill/>
          </a:ln>
        </p:spPr>
      </p:pic>
      <p:pic>
        <p:nvPicPr>
          <p:cNvPr id="676" name="Google Shape;676;p52" title="Screenshot 2026-02-12 at 1.46.13 PM.png"/>
          <p:cNvPicPr preferRelativeResize="0"/>
          <p:nvPr/>
        </p:nvPicPr>
        <p:blipFill>
          <a:blip r:embed="rId6">
            <a:alphaModFix/>
          </a:blip>
          <a:stretch>
            <a:fillRect/>
          </a:stretch>
        </p:blipFill>
        <p:spPr>
          <a:xfrm>
            <a:off x="631725" y="2799249"/>
            <a:ext cx="3696299" cy="21668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53"/>
          <p:cNvSpPr/>
          <p:nvPr/>
        </p:nvSpPr>
        <p:spPr>
          <a:xfrm>
            <a:off x="408451" y="1634254"/>
            <a:ext cx="1440300" cy="252000"/>
          </a:xfrm>
          <a:prstGeom prst="roundRect">
            <a:avLst>
              <a:gd fmla="val 50000" name="adj"/>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82" name="Google Shape;682;p53"/>
          <p:cNvSpPr/>
          <p:nvPr/>
        </p:nvSpPr>
        <p:spPr>
          <a:xfrm>
            <a:off x="2184251" y="1632479"/>
            <a:ext cx="1440300" cy="252000"/>
          </a:xfrm>
          <a:prstGeom prst="roundRect">
            <a:avLst>
              <a:gd fmla="val 50000"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83" name="Google Shape;683;p53"/>
          <p:cNvSpPr/>
          <p:nvPr/>
        </p:nvSpPr>
        <p:spPr>
          <a:xfrm>
            <a:off x="3961851" y="1634254"/>
            <a:ext cx="1440300" cy="252000"/>
          </a:xfrm>
          <a:prstGeom prst="roundRect">
            <a:avLst>
              <a:gd fmla="val 50000" name="adj"/>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84" name="Google Shape;684;p53"/>
          <p:cNvSpPr/>
          <p:nvPr/>
        </p:nvSpPr>
        <p:spPr>
          <a:xfrm>
            <a:off x="5740276" y="1634254"/>
            <a:ext cx="1440300" cy="252000"/>
          </a:xfrm>
          <a:prstGeom prst="roundRect">
            <a:avLst>
              <a:gd fmla="val 50000"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85" name="Google Shape;685;p53"/>
          <p:cNvSpPr/>
          <p:nvPr/>
        </p:nvSpPr>
        <p:spPr>
          <a:xfrm>
            <a:off x="7520838" y="1634254"/>
            <a:ext cx="1440300" cy="252000"/>
          </a:xfrm>
          <a:prstGeom prst="roundRect">
            <a:avLst>
              <a:gd fmla="val 50000" name="adj"/>
            </a:avLst>
          </a:prstGeom>
          <a:solidFill>
            <a:schemeClr val="accent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86" name="Google Shape;686;p53"/>
          <p:cNvSpPr txBox="1"/>
          <p:nvPr>
            <p:ph idx="14" type="title"/>
          </p:nvPr>
        </p:nvSpPr>
        <p:spPr>
          <a:xfrm>
            <a:off x="7338875" y="2312334"/>
            <a:ext cx="1581000" cy="477300"/>
          </a:xfrm>
          <a:prstGeom prst="rect">
            <a:avLst/>
          </a:prstGeom>
        </p:spPr>
        <p:txBody>
          <a:bodyPr anchorCtr="0" anchor="t" bIns="54000" lIns="180000" spcFirstLastPara="1" rIns="0" wrap="square" tIns="0">
            <a:noAutofit/>
          </a:bodyPr>
          <a:lstStyle/>
          <a:p>
            <a:pPr indent="0" lvl="0" marL="0" rtl="0" algn="l">
              <a:lnSpc>
                <a:spcPct val="100000"/>
              </a:lnSpc>
              <a:spcBef>
                <a:spcPts val="0"/>
              </a:spcBef>
              <a:spcAft>
                <a:spcPts val="0"/>
              </a:spcAft>
              <a:buNone/>
            </a:pPr>
            <a:r>
              <a:rPr lang="en"/>
              <a:t>Gain insight into our competitive advantage</a:t>
            </a:r>
            <a:endParaRPr/>
          </a:p>
        </p:txBody>
      </p:sp>
      <p:sp>
        <p:nvSpPr>
          <p:cNvPr id="687" name="Google Shape;687;p53"/>
          <p:cNvSpPr txBox="1"/>
          <p:nvPr>
            <p:ph idx="28" type="body"/>
          </p:nvPr>
        </p:nvSpPr>
        <p:spPr>
          <a:xfrm>
            <a:off x="7338013" y="3777938"/>
            <a:ext cx="1580400" cy="651600"/>
          </a:xfrm>
          <a:prstGeom prst="rect">
            <a:avLst/>
          </a:prstGeom>
        </p:spPr>
        <p:txBody>
          <a:bodyPr anchorCtr="0" anchor="t" bIns="54000" lIns="180000" spcFirstLastPara="1" rIns="0" wrap="square" tIns="0">
            <a:noAutofit/>
          </a:bodyPr>
          <a:lstStyle/>
          <a:p>
            <a:pPr indent="0" lvl="0" marL="0" rtl="0" algn="l">
              <a:spcBef>
                <a:spcPts val="0"/>
              </a:spcBef>
              <a:spcAft>
                <a:spcPts val="0"/>
              </a:spcAft>
              <a:buNone/>
            </a:pPr>
            <a:r>
              <a:rPr lang="en"/>
              <a:t>“Which company, based on these attributes, do you would think better address your issues?”</a:t>
            </a:r>
            <a:endParaRPr/>
          </a:p>
        </p:txBody>
      </p:sp>
      <p:sp>
        <p:nvSpPr>
          <p:cNvPr id="688" name="Google Shape;688;p53"/>
          <p:cNvSpPr txBox="1"/>
          <p:nvPr>
            <p:ph idx="33" type="body"/>
          </p:nvPr>
        </p:nvSpPr>
        <p:spPr>
          <a:xfrm>
            <a:off x="7336626" y="3064300"/>
            <a:ext cx="1580400" cy="651600"/>
          </a:xfrm>
          <a:prstGeom prst="rect">
            <a:avLst/>
          </a:prstGeom>
        </p:spPr>
        <p:txBody>
          <a:bodyPr anchorCtr="0" anchor="t" bIns="54000" lIns="180000" spcFirstLastPara="1" rIns="0" wrap="square" tIns="0">
            <a:noAutofit/>
          </a:bodyPr>
          <a:lstStyle/>
          <a:p>
            <a:pPr indent="0" lvl="0" marL="0" rtl="0" algn="l">
              <a:spcBef>
                <a:spcPts val="0"/>
              </a:spcBef>
              <a:spcAft>
                <a:spcPts val="0"/>
              </a:spcAft>
              <a:buNone/>
            </a:pPr>
            <a:r>
              <a:rPr lang="en"/>
              <a:t>“Based on the listed </a:t>
            </a:r>
            <a:r>
              <a:rPr lang="en"/>
              <a:t>attributes</a:t>
            </a:r>
            <a:r>
              <a:rPr lang="en"/>
              <a:t> from each company, which are you more likely to use?”</a:t>
            </a:r>
            <a:endParaRPr/>
          </a:p>
        </p:txBody>
      </p:sp>
      <p:sp>
        <p:nvSpPr>
          <p:cNvPr id="689" name="Google Shape;689;p53"/>
          <p:cNvSpPr txBox="1"/>
          <p:nvPr>
            <p:ph idx="16" type="title"/>
          </p:nvPr>
        </p:nvSpPr>
        <p:spPr>
          <a:xfrm>
            <a:off x="5560400" y="2149313"/>
            <a:ext cx="1581000" cy="651900"/>
          </a:xfrm>
          <a:prstGeom prst="rect">
            <a:avLst/>
          </a:prstGeom>
        </p:spPr>
        <p:txBody>
          <a:bodyPr anchorCtr="0" anchor="t" bIns="54000" lIns="180000" spcFirstLastPara="1" rIns="0" wrap="square" tIns="0">
            <a:noAutofit/>
          </a:bodyPr>
          <a:lstStyle/>
          <a:p>
            <a:pPr indent="0" lvl="0" marL="0" rtl="0" algn="l">
              <a:lnSpc>
                <a:spcPct val="100000"/>
              </a:lnSpc>
              <a:spcBef>
                <a:spcPts val="0"/>
              </a:spcBef>
              <a:spcAft>
                <a:spcPts val="0"/>
              </a:spcAft>
              <a:buNone/>
            </a:pPr>
            <a:r>
              <a:rPr lang="en"/>
              <a:t>Gain feedback on the usage of artificial intelligence to summarize health record data</a:t>
            </a:r>
            <a:endParaRPr/>
          </a:p>
        </p:txBody>
      </p:sp>
      <p:sp>
        <p:nvSpPr>
          <p:cNvPr id="690" name="Google Shape;690;p53"/>
          <p:cNvSpPr txBox="1"/>
          <p:nvPr>
            <p:ph idx="32" type="body"/>
          </p:nvPr>
        </p:nvSpPr>
        <p:spPr>
          <a:xfrm>
            <a:off x="5581675" y="3065950"/>
            <a:ext cx="1580400" cy="651600"/>
          </a:xfrm>
          <a:prstGeom prst="rect">
            <a:avLst/>
          </a:prstGeom>
        </p:spPr>
        <p:txBody>
          <a:bodyPr anchorCtr="0" anchor="t" bIns="54000" lIns="180000" spcFirstLastPara="1" rIns="0" wrap="square" tIns="0">
            <a:noAutofit/>
          </a:bodyPr>
          <a:lstStyle/>
          <a:p>
            <a:pPr indent="0" lvl="0" marL="0" rtl="0" algn="l">
              <a:spcBef>
                <a:spcPts val="0"/>
              </a:spcBef>
              <a:spcAft>
                <a:spcPts val="0"/>
              </a:spcAft>
              <a:buNone/>
            </a:pPr>
            <a:r>
              <a:rPr lang="en"/>
              <a:t>“Would the use of artificial intelligence in our company steer you away from usage?”</a:t>
            </a:r>
            <a:endParaRPr/>
          </a:p>
        </p:txBody>
      </p:sp>
      <p:sp>
        <p:nvSpPr>
          <p:cNvPr id="691" name="Google Shape;691;p53"/>
          <p:cNvSpPr txBox="1"/>
          <p:nvPr>
            <p:ph idx="15" type="title"/>
          </p:nvPr>
        </p:nvSpPr>
        <p:spPr>
          <a:xfrm>
            <a:off x="3781913" y="2154525"/>
            <a:ext cx="1581000" cy="651900"/>
          </a:xfrm>
          <a:prstGeom prst="rect">
            <a:avLst/>
          </a:prstGeom>
        </p:spPr>
        <p:txBody>
          <a:bodyPr anchorCtr="0" anchor="t" bIns="54000" lIns="180000" spcFirstLastPara="1" rIns="0" wrap="square" tIns="0">
            <a:noAutofit/>
          </a:bodyPr>
          <a:lstStyle/>
          <a:p>
            <a:pPr indent="0" lvl="0" marL="0" rtl="0" algn="l">
              <a:lnSpc>
                <a:spcPct val="100000"/>
              </a:lnSpc>
              <a:spcBef>
                <a:spcPts val="0"/>
              </a:spcBef>
              <a:spcAft>
                <a:spcPts val="0"/>
              </a:spcAft>
              <a:buNone/>
            </a:pPr>
            <a:r>
              <a:rPr lang="en"/>
              <a:t>Inquire about HIPAA compliance and other struggles in actual healthcare facilities</a:t>
            </a:r>
            <a:endParaRPr/>
          </a:p>
        </p:txBody>
      </p:sp>
      <p:sp>
        <p:nvSpPr>
          <p:cNvPr id="692" name="Google Shape;692;p53"/>
          <p:cNvSpPr txBox="1"/>
          <p:nvPr>
            <p:ph idx="26" type="body"/>
          </p:nvPr>
        </p:nvSpPr>
        <p:spPr>
          <a:xfrm>
            <a:off x="3781763" y="3783138"/>
            <a:ext cx="1580400" cy="651600"/>
          </a:xfrm>
          <a:prstGeom prst="rect">
            <a:avLst/>
          </a:prstGeom>
        </p:spPr>
        <p:txBody>
          <a:bodyPr anchorCtr="0" anchor="t" bIns="54000" lIns="180000" spcFirstLastPara="1" rIns="0" wrap="square" tIns="0">
            <a:noAutofit/>
          </a:bodyPr>
          <a:lstStyle/>
          <a:p>
            <a:pPr indent="0" lvl="0" marL="0" rtl="0" algn="l">
              <a:spcBef>
                <a:spcPts val="0"/>
              </a:spcBef>
              <a:spcAft>
                <a:spcPts val="0"/>
              </a:spcAft>
              <a:buNone/>
            </a:pPr>
            <a:r>
              <a:rPr lang="en"/>
              <a:t>“What are current struggles with your company’s electronic health record system?”</a:t>
            </a:r>
            <a:endParaRPr/>
          </a:p>
        </p:txBody>
      </p:sp>
      <p:sp>
        <p:nvSpPr>
          <p:cNvPr id="693" name="Google Shape;693;p53"/>
          <p:cNvSpPr txBox="1"/>
          <p:nvPr>
            <p:ph idx="31" type="body"/>
          </p:nvPr>
        </p:nvSpPr>
        <p:spPr>
          <a:xfrm>
            <a:off x="3780225" y="3074700"/>
            <a:ext cx="1626900" cy="651600"/>
          </a:xfrm>
          <a:prstGeom prst="rect">
            <a:avLst/>
          </a:prstGeom>
        </p:spPr>
        <p:txBody>
          <a:bodyPr anchorCtr="0" anchor="t" bIns="54000" lIns="180000" spcFirstLastPara="1" rIns="0" wrap="square" tIns="0">
            <a:noAutofit/>
          </a:bodyPr>
          <a:lstStyle/>
          <a:p>
            <a:pPr indent="0" lvl="0" marL="0" rtl="0" algn="l">
              <a:spcBef>
                <a:spcPts val="0"/>
              </a:spcBef>
              <a:spcAft>
                <a:spcPts val="0"/>
              </a:spcAft>
              <a:buNone/>
            </a:pPr>
            <a:r>
              <a:rPr lang="en"/>
              <a:t>“</a:t>
            </a:r>
            <a:r>
              <a:rPr lang="en"/>
              <a:t>What is necessary of a health record data sharing system to be HIPAA compliant?</a:t>
            </a:r>
            <a:r>
              <a:rPr lang="en"/>
              <a:t>”</a:t>
            </a:r>
            <a:endParaRPr/>
          </a:p>
        </p:txBody>
      </p:sp>
      <p:sp>
        <p:nvSpPr>
          <p:cNvPr id="694" name="Google Shape;694;p53"/>
          <p:cNvSpPr txBox="1"/>
          <p:nvPr>
            <p:ph idx="18" type="title"/>
          </p:nvPr>
        </p:nvSpPr>
        <p:spPr>
          <a:xfrm>
            <a:off x="2004838" y="2174413"/>
            <a:ext cx="1581000" cy="651900"/>
          </a:xfrm>
          <a:prstGeom prst="rect">
            <a:avLst/>
          </a:prstGeom>
        </p:spPr>
        <p:txBody>
          <a:bodyPr anchorCtr="0" anchor="t" bIns="54000" lIns="180000" spcFirstLastPara="1" rIns="0" wrap="square" tIns="0">
            <a:noAutofit/>
          </a:bodyPr>
          <a:lstStyle/>
          <a:p>
            <a:pPr indent="0" lvl="0" marL="0" rtl="0" algn="l">
              <a:lnSpc>
                <a:spcPct val="100000"/>
              </a:lnSpc>
              <a:spcBef>
                <a:spcPts val="0"/>
              </a:spcBef>
              <a:spcAft>
                <a:spcPts val="0"/>
              </a:spcAft>
              <a:buNone/>
            </a:pPr>
            <a:r>
              <a:rPr lang="en"/>
              <a:t>Gain feedback on personal struggles accessing health records (customer and provider)</a:t>
            </a:r>
            <a:endParaRPr/>
          </a:p>
        </p:txBody>
      </p:sp>
      <p:sp>
        <p:nvSpPr>
          <p:cNvPr id="695" name="Google Shape;695;p53"/>
          <p:cNvSpPr txBox="1"/>
          <p:nvPr>
            <p:ph idx="20" type="body"/>
          </p:nvPr>
        </p:nvSpPr>
        <p:spPr>
          <a:xfrm>
            <a:off x="2004019" y="4563738"/>
            <a:ext cx="1580400" cy="651600"/>
          </a:xfrm>
          <a:prstGeom prst="rect">
            <a:avLst/>
          </a:prstGeom>
        </p:spPr>
        <p:txBody>
          <a:bodyPr anchorCtr="0" anchor="t" bIns="54000" lIns="180000" spcFirstLastPara="1" rIns="0" wrap="square" tIns="0">
            <a:noAutofit/>
          </a:bodyPr>
          <a:lstStyle/>
          <a:p>
            <a:pPr indent="0" lvl="0" marL="0" rtl="0" algn="l">
              <a:spcBef>
                <a:spcPts val="0"/>
              </a:spcBef>
              <a:spcAft>
                <a:spcPts val="0"/>
              </a:spcAft>
              <a:buNone/>
            </a:pPr>
            <a:r>
              <a:rPr lang="en"/>
              <a:t>Pricing </a:t>
            </a:r>
            <a:r>
              <a:rPr lang="en"/>
              <a:t>insights</a:t>
            </a:r>
            <a:r>
              <a:rPr lang="en"/>
              <a:t> from both the care provider and customer</a:t>
            </a:r>
            <a:endParaRPr/>
          </a:p>
        </p:txBody>
      </p:sp>
      <p:sp>
        <p:nvSpPr>
          <p:cNvPr id="696" name="Google Shape;696;p53"/>
          <p:cNvSpPr txBox="1"/>
          <p:nvPr>
            <p:ph idx="25" type="body"/>
          </p:nvPr>
        </p:nvSpPr>
        <p:spPr>
          <a:xfrm>
            <a:off x="2004869" y="3839988"/>
            <a:ext cx="1580400" cy="651600"/>
          </a:xfrm>
          <a:prstGeom prst="rect">
            <a:avLst/>
          </a:prstGeom>
        </p:spPr>
        <p:txBody>
          <a:bodyPr anchorCtr="0" anchor="t" bIns="54000" lIns="180000" spcFirstLastPara="1" rIns="0" wrap="square" tIns="0">
            <a:noAutofit/>
          </a:bodyPr>
          <a:lstStyle/>
          <a:p>
            <a:pPr indent="0" lvl="0" marL="0" rtl="0" algn="l">
              <a:spcBef>
                <a:spcPts val="0"/>
              </a:spcBef>
              <a:spcAft>
                <a:spcPts val="0"/>
              </a:spcAft>
              <a:buNone/>
            </a:pPr>
            <a:r>
              <a:rPr lang="en"/>
              <a:t>“Have you had issues getting health records from patients you have not seen </a:t>
            </a:r>
            <a:r>
              <a:rPr lang="en"/>
              <a:t>before?”</a:t>
            </a:r>
            <a:endParaRPr/>
          </a:p>
        </p:txBody>
      </p:sp>
      <p:sp>
        <p:nvSpPr>
          <p:cNvPr id="697" name="Google Shape;697;p53"/>
          <p:cNvSpPr txBox="1"/>
          <p:nvPr>
            <p:ph idx="30" type="body"/>
          </p:nvPr>
        </p:nvSpPr>
        <p:spPr>
          <a:xfrm>
            <a:off x="2003656" y="3116250"/>
            <a:ext cx="1580400" cy="651600"/>
          </a:xfrm>
          <a:prstGeom prst="rect">
            <a:avLst/>
          </a:prstGeom>
        </p:spPr>
        <p:txBody>
          <a:bodyPr anchorCtr="0" anchor="t" bIns="54000" lIns="180000" spcFirstLastPara="1" rIns="0" wrap="square" tIns="0">
            <a:noAutofit/>
          </a:bodyPr>
          <a:lstStyle/>
          <a:p>
            <a:pPr indent="0" lvl="0" marL="0" rtl="0" algn="l">
              <a:spcBef>
                <a:spcPts val="0"/>
              </a:spcBef>
              <a:spcAft>
                <a:spcPts val="0"/>
              </a:spcAft>
              <a:buNone/>
            </a:pPr>
            <a:r>
              <a:rPr lang="en"/>
              <a:t>“Would having access to all previous health records be beneficial to your practice?” </a:t>
            </a:r>
            <a:endParaRPr/>
          </a:p>
        </p:txBody>
      </p:sp>
      <p:sp>
        <p:nvSpPr>
          <p:cNvPr id="698" name="Google Shape;698;p53"/>
          <p:cNvSpPr txBox="1"/>
          <p:nvPr>
            <p:ph idx="19" type="body"/>
          </p:nvPr>
        </p:nvSpPr>
        <p:spPr>
          <a:xfrm>
            <a:off x="227981" y="4419438"/>
            <a:ext cx="1580400" cy="651600"/>
          </a:xfrm>
          <a:prstGeom prst="rect">
            <a:avLst/>
          </a:prstGeom>
        </p:spPr>
        <p:txBody>
          <a:bodyPr anchorCtr="0" anchor="t" bIns="54000" lIns="180000" spcFirstLastPara="1" rIns="0" wrap="square" tIns="0">
            <a:noAutofit/>
          </a:bodyPr>
          <a:lstStyle/>
          <a:p>
            <a:pPr indent="0" lvl="0" marL="0" rtl="0" algn="l">
              <a:spcBef>
                <a:spcPts val="0"/>
              </a:spcBef>
              <a:spcAft>
                <a:spcPts val="0"/>
              </a:spcAft>
              <a:buNone/>
            </a:pPr>
            <a:r>
              <a:rPr lang="en"/>
              <a:t>“Which value proposition do you like the best based on our company goal?”</a:t>
            </a:r>
            <a:endParaRPr/>
          </a:p>
        </p:txBody>
      </p:sp>
      <p:sp>
        <p:nvSpPr>
          <p:cNvPr id="699" name="Google Shape;699;p53"/>
          <p:cNvSpPr txBox="1"/>
          <p:nvPr>
            <p:ph idx="24" type="body"/>
          </p:nvPr>
        </p:nvSpPr>
        <p:spPr>
          <a:xfrm>
            <a:off x="227606" y="3767838"/>
            <a:ext cx="1580400" cy="651600"/>
          </a:xfrm>
          <a:prstGeom prst="rect">
            <a:avLst/>
          </a:prstGeom>
        </p:spPr>
        <p:txBody>
          <a:bodyPr anchorCtr="0" anchor="t" bIns="54000" lIns="180000" spcFirstLastPara="1" rIns="0" wrap="square" tIns="0">
            <a:noAutofit/>
          </a:bodyPr>
          <a:lstStyle/>
          <a:p>
            <a:pPr indent="0" lvl="0" marL="0" rtl="0" algn="l">
              <a:spcBef>
                <a:spcPts val="0"/>
              </a:spcBef>
              <a:spcAft>
                <a:spcPts val="0"/>
              </a:spcAft>
              <a:buNone/>
            </a:pPr>
            <a:r>
              <a:rPr lang="en"/>
              <a:t>“Do you feel the proposed name reflects the company purpose?”</a:t>
            </a:r>
            <a:endParaRPr/>
          </a:p>
        </p:txBody>
      </p:sp>
      <p:sp>
        <p:nvSpPr>
          <p:cNvPr id="700" name="Google Shape;700;p53"/>
          <p:cNvSpPr txBox="1"/>
          <p:nvPr>
            <p:ph idx="29" type="body"/>
          </p:nvPr>
        </p:nvSpPr>
        <p:spPr>
          <a:xfrm>
            <a:off x="227594" y="3116250"/>
            <a:ext cx="1580400" cy="651600"/>
          </a:xfrm>
          <a:prstGeom prst="rect">
            <a:avLst/>
          </a:prstGeom>
        </p:spPr>
        <p:txBody>
          <a:bodyPr anchorCtr="0" anchor="t" bIns="54000" lIns="180000" spcFirstLastPara="1" rIns="0" wrap="square" tIns="0">
            <a:noAutofit/>
          </a:bodyPr>
          <a:lstStyle/>
          <a:p>
            <a:pPr indent="0" lvl="0" marL="0" rtl="0" algn="l">
              <a:spcBef>
                <a:spcPts val="0"/>
              </a:spcBef>
              <a:spcAft>
                <a:spcPts val="0"/>
              </a:spcAft>
              <a:buNone/>
            </a:pPr>
            <a:r>
              <a:rPr lang="en"/>
              <a:t>“Do you think this is a product that would be valuable in your life?</a:t>
            </a:r>
            <a:endParaRPr/>
          </a:p>
        </p:txBody>
      </p:sp>
      <p:sp>
        <p:nvSpPr>
          <p:cNvPr id="701" name="Google Shape;701;p53"/>
          <p:cNvSpPr txBox="1"/>
          <p:nvPr>
            <p:ph idx="6" type="title"/>
          </p:nvPr>
        </p:nvSpPr>
        <p:spPr>
          <a:xfrm>
            <a:off x="224752" y="604888"/>
            <a:ext cx="1778700" cy="651900"/>
          </a:xfrm>
          <a:prstGeom prst="rect">
            <a:avLst/>
          </a:prstGeom>
        </p:spPr>
        <p:txBody>
          <a:bodyPr anchorCtr="0" anchor="t" bIns="90000" lIns="180000" spcFirstLastPara="1" rIns="0" wrap="square" tIns="90000">
            <a:noAutofit/>
          </a:bodyPr>
          <a:lstStyle/>
          <a:p>
            <a:pPr indent="0" lvl="0" marL="0" rtl="0" algn="l">
              <a:spcBef>
                <a:spcPts val="0"/>
              </a:spcBef>
              <a:spcAft>
                <a:spcPts val="0"/>
              </a:spcAft>
              <a:buNone/>
            </a:pPr>
            <a:r>
              <a:rPr lang="en"/>
              <a:t>1</a:t>
            </a:r>
            <a:endParaRPr/>
          </a:p>
        </p:txBody>
      </p:sp>
      <p:sp>
        <p:nvSpPr>
          <p:cNvPr id="702" name="Google Shape;702;p53"/>
          <p:cNvSpPr txBox="1"/>
          <p:nvPr>
            <p:ph idx="7" type="title"/>
          </p:nvPr>
        </p:nvSpPr>
        <p:spPr>
          <a:xfrm>
            <a:off x="2003802" y="604888"/>
            <a:ext cx="1778700" cy="651900"/>
          </a:xfrm>
          <a:prstGeom prst="rect">
            <a:avLst/>
          </a:prstGeom>
        </p:spPr>
        <p:txBody>
          <a:bodyPr anchorCtr="0" anchor="t" bIns="90000" lIns="180000" spcFirstLastPara="1" rIns="0" wrap="square" tIns="90000">
            <a:noAutofit/>
          </a:bodyPr>
          <a:lstStyle/>
          <a:p>
            <a:pPr indent="0" lvl="0" marL="0" rtl="0" algn="l">
              <a:spcBef>
                <a:spcPts val="0"/>
              </a:spcBef>
              <a:spcAft>
                <a:spcPts val="0"/>
              </a:spcAft>
              <a:buNone/>
            </a:pPr>
            <a:r>
              <a:rPr lang="en"/>
              <a:t>2</a:t>
            </a:r>
            <a:endParaRPr/>
          </a:p>
        </p:txBody>
      </p:sp>
      <p:sp>
        <p:nvSpPr>
          <p:cNvPr id="703" name="Google Shape;703;p53"/>
          <p:cNvSpPr txBox="1"/>
          <p:nvPr>
            <p:ph idx="8" type="title"/>
          </p:nvPr>
        </p:nvSpPr>
        <p:spPr>
          <a:xfrm>
            <a:off x="3780502" y="604888"/>
            <a:ext cx="1778700" cy="651900"/>
          </a:xfrm>
          <a:prstGeom prst="rect">
            <a:avLst/>
          </a:prstGeom>
        </p:spPr>
        <p:txBody>
          <a:bodyPr anchorCtr="0" anchor="t" bIns="90000" lIns="180000" spcFirstLastPara="1" rIns="0" wrap="square" tIns="90000">
            <a:noAutofit/>
          </a:bodyPr>
          <a:lstStyle/>
          <a:p>
            <a:pPr indent="0" lvl="0" marL="0" rtl="0" algn="l">
              <a:spcBef>
                <a:spcPts val="0"/>
              </a:spcBef>
              <a:spcAft>
                <a:spcPts val="0"/>
              </a:spcAft>
              <a:buNone/>
            </a:pPr>
            <a:r>
              <a:rPr lang="en"/>
              <a:t>3</a:t>
            </a:r>
            <a:endParaRPr/>
          </a:p>
        </p:txBody>
      </p:sp>
      <p:sp>
        <p:nvSpPr>
          <p:cNvPr id="704" name="Google Shape;704;p53"/>
          <p:cNvSpPr txBox="1"/>
          <p:nvPr>
            <p:ph idx="9" type="title"/>
          </p:nvPr>
        </p:nvSpPr>
        <p:spPr>
          <a:xfrm>
            <a:off x="5558652" y="604888"/>
            <a:ext cx="1778700" cy="651900"/>
          </a:xfrm>
          <a:prstGeom prst="rect">
            <a:avLst/>
          </a:prstGeom>
        </p:spPr>
        <p:txBody>
          <a:bodyPr anchorCtr="0" anchor="t" bIns="90000" lIns="180000" spcFirstLastPara="1" rIns="0" wrap="square" tIns="90000">
            <a:noAutofit/>
          </a:bodyPr>
          <a:lstStyle/>
          <a:p>
            <a:pPr indent="0" lvl="0" marL="0" rtl="0" algn="l">
              <a:spcBef>
                <a:spcPts val="0"/>
              </a:spcBef>
              <a:spcAft>
                <a:spcPts val="0"/>
              </a:spcAft>
              <a:buNone/>
            </a:pPr>
            <a:r>
              <a:rPr lang="en"/>
              <a:t>4</a:t>
            </a:r>
            <a:endParaRPr/>
          </a:p>
        </p:txBody>
      </p:sp>
      <p:sp>
        <p:nvSpPr>
          <p:cNvPr id="705" name="Google Shape;705;p53"/>
          <p:cNvSpPr txBox="1"/>
          <p:nvPr>
            <p:ph idx="13" type="title"/>
          </p:nvPr>
        </p:nvSpPr>
        <p:spPr>
          <a:xfrm>
            <a:off x="7336452" y="604888"/>
            <a:ext cx="1778700" cy="651900"/>
          </a:xfrm>
          <a:prstGeom prst="rect">
            <a:avLst/>
          </a:prstGeom>
        </p:spPr>
        <p:txBody>
          <a:bodyPr anchorCtr="0" anchor="t" bIns="90000" lIns="180000" spcFirstLastPara="1" rIns="0" wrap="square" tIns="90000">
            <a:noAutofit/>
          </a:bodyPr>
          <a:lstStyle/>
          <a:p>
            <a:pPr indent="0" lvl="0" marL="0" rtl="0" algn="l">
              <a:spcBef>
                <a:spcPts val="0"/>
              </a:spcBef>
              <a:spcAft>
                <a:spcPts val="0"/>
              </a:spcAft>
              <a:buNone/>
            </a:pPr>
            <a:r>
              <a:rPr lang="en"/>
              <a:t>5</a:t>
            </a:r>
            <a:endParaRPr/>
          </a:p>
        </p:txBody>
      </p:sp>
      <p:sp>
        <p:nvSpPr>
          <p:cNvPr id="706" name="Google Shape;706;p53"/>
          <p:cNvSpPr txBox="1"/>
          <p:nvPr>
            <p:ph idx="17" type="title"/>
          </p:nvPr>
        </p:nvSpPr>
        <p:spPr>
          <a:xfrm>
            <a:off x="228650" y="2175300"/>
            <a:ext cx="1581000" cy="651900"/>
          </a:xfrm>
          <a:prstGeom prst="rect">
            <a:avLst/>
          </a:prstGeom>
        </p:spPr>
        <p:txBody>
          <a:bodyPr anchorCtr="0" anchor="t" bIns="54000" lIns="180000" spcFirstLastPara="1" rIns="0" wrap="square" tIns="0">
            <a:noAutofit/>
          </a:bodyPr>
          <a:lstStyle/>
          <a:p>
            <a:pPr indent="0" lvl="0" marL="0" rtl="0" algn="l">
              <a:lnSpc>
                <a:spcPct val="100000"/>
              </a:lnSpc>
              <a:spcBef>
                <a:spcPts val="0"/>
              </a:spcBef>
              <a:spcAft>
                <a:spcPts val="0"/>
              </a:spcAft>
              <a:buNone/>
            </a:pPr>
            <a:r>
              <a:rPr lang="en"/>
              <a:t>Gain feedback on company goals, name, and structure</a:t>
            </a:r>
            <a:endParaRPr/>
          </a:p>
        </p:txBody>
      </p:sp>
      <p:sp>
        <p:nvSpPr>
          <p:cNvPr id="707" name="Google Shape;707;p53"/>
          <p:cNvSpPr txBox="1"/>
          <p:nvPr>
            <p:ph idx="1" type="subTitle"/>
          </p:nvPr>
        </p:nvSpPr>
        <p:spPr>
          <a:xfrm>
            <a:off x="406525" y="175250"/>
            <a:ext cx="3696300" cy="153900"/>
          </a:xfrm>
          <a:prstGeom prst="rect">
            <a:avLst/>
          </a:prstGeom>
        </p:spPr>
        <p:txBody>
          <a:bodyPr anchorCtr="0" anchor="ctr" bIns="0" lIns="0" spcFirstLastPara="1" rIns="0" wrap="square" tIns="0">
            <a:normAutofit/>
          </a:bodyPr>
          <a:lstStyle/>
          <a:p>
            <a:pPr indent="0" lvl="0" marL="0" rtl="0" algn="l">
              <a:lnSpc>
                <a:spcPct val="100000"/>
              </a:lnSpc>
              <a:spcBef>
                <a:spcPts val="0"/>
              </a:spcBef>
              <a:spcAft>
                <a:spcPts val="0"/>
              </a:spcAft>
              <a:buNone/>
            </a:pPr>
            <a:r>
              <a:rPr lang="en"/>
              <a:t>DISCOVERY ROADMAP</a:t>
            </a:r>
            <a:endParaRPr/>
          </a:p>
        </p:txBody>
      </p:sp>
      <p:sp>
        <p:nvSpPr>
          <p:cNvPr id="708" name="Google Shape;708;p53"/>
          <p:cNvSpPr txBox="1"/>
          <p:nvPr>
            <p:ph type="title"/>
          </p:nvPr>
        </p:nvSpPr>
        <p:spPr>
          <a:xfrm>
            <a:off x="2172100" y="1646438"/>
            <a:ext cx="1440300" cy="2520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a:t>Provider Insights</a:t>
            </a:r>
            <a:endParaRPr/>
          </a:p>
        </p:txBody>
      </p:sp>
      <p:sp>
        <p:nvSpPr>
          <p:cNvPr id="709" name="Google Shape;709;p53"/>
          <p:cNvSpPr txBox="1"/>
          <p:nvPr>
            <p:ph idx="2" type="title"/>
          </p:nvPr>
        </p:nvSpPr>
        <p:spPr>
          <a:xfrm>
            <a:off x="3949763" y="1646425"/>
            <a:ext cx="1440300" cy="252000"/>
          </a:xfrm>
          <a:prstGeom prst="rect">
            <a:avLst/>
          </a:prstGeom>
          <a:noFill/>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a:t>Expert Opinions</a:t>
            </a:r>
            <a:endParaRPr/>
          </a:p>
        </p:txBody>
      </p:sp>
      <p:sp>
        <p:nvSpPr>
          <p:cNvPr id="710" name="Google Shape;710;p53"/>
          <p:cNvSpPr txBox="1"/>
          <p:nvPr>
            <p:ph idx="3" type="title"/>
          </p:nvPr>
        </p:nvSpPr>
        <p:spPr>
          <a:xfrm>
            <a:off x="395400" y="1646438"/>
            <a:ext cx="1440300" cy="2520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a:t>Company Proposal</a:t>
            </a:r>
            <a:endParaRPr/>
          </a:p>
        </p:txBody>
      </p:sp>
      <p:sp>
        <p:nvSpPr>
          <p:cNvPr id="711" name="Google Shape;711;p53"/>
          <p:cNvSpPr txBox="1"/>
          <p:nvPr>
            <p:ph idx="4" type="title"/>
          </p:nvPr>
        </p:nvSpPr>
        <p:spPr>
          <a:xfrm>
            <a:off x="5729275" y="1632600"/>
            <a:ext cx="1440300" cy="2520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a:t>AI Usage Disclosure</a:t>
            </a:r>
            <a:endParaRPr/>
          </a:p>
        </p:txBody>
      </p:sp>
      <p:sp>
        <p:nvSpPr>
          <p:cNvPr id="712" name="Google Shape;712;p53"/>
          <p:cNvSpPr txBox="1"/>
          <p:nvPr>
            <p:ph idx="5" type="title"/>
          </p:nvPr>
        </p:nvSpPr>
        <p:spPr>
          <a:xfrm>
            <a:off x="7518688" y="1634238"/>
            <a:ext cx="1440300" cy="252000"/>
          </a:xfrm>
          <a:prstGeom prst="rect">
            <a:avLst/>
          </a:prstGeom>
          <a:noFill/>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a:t>Competitor Comparison</a:t>
            </a:r>
            <a:endParaRPr/>
          </a:p>
        </p:txBody>
      </p:sp>
      <p:grpSp>
        <p:nvGrpSpPr>
          <p:cNvPr id="713" name="Google Shape;713;p53"/>
          <p:cNvGrpSpPr/>
          <p:nvPr/>
        </p:nvGrpSpPr>
        <p:grpSpPr>
          <a:xfrm>
            <a:off x="173652" y="3215713"/>
            <a:ext cx="7220388" cy="1412357"/>
            <a:chOff x="173652" y="3215713"/>
            <a:chExt cx="7220388" cy="1412357"/>
          </a:xfrm>
        </p:grpSpPr>
        <p:sp>
          <p:nvSpPr>
            <p:cNvPr id="714" name="Google Shape;714;p53"/>
            <p:cNvSpPr/>
            <p:nvPr/>
          </p:nvSpPr>
          <p:spPr>
            <a:xfrm>
              <a:off x="173652" y="3215713"/>
              <a:ext cx="108000" cy="10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15" name="Google Shape;715;p53"/>
            <p:cNvSpPr/>
            <p:nvPr/>
          </p:nvSpPr>
          <p:spPr>
            <a:xfrm>
              <a:off x="173652" y="3867888"/>
              <a:ext cx="108000" cy="10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16" name="Google Shape;716;p53"/>
            <p:cNvSpPr/>
            <p:nvPr/>
          </p:nvSpPr>
          <p:spPr>
            <a:xfrm>
              <a:off x="173652" y="4520069"/>
              <a:ext cx="108000" cy="10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17" name="Google Shape;717;p53"/>
            <p:cNvSpPr/>
            <p:nvPr/>
          </p:nvSpPr>
          <p:spPr>
            <a:xfrm>
              <a:off x="1949452" y="3215713"/>
              <a:ext cx="108000" cy="10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18" name="Google Shape;718;p53"/>
            <p:cNvSpPr/>
            <p:nvPr/>
          </p:nvSpPr>
          <p:spPr>
            <a:xfrm>
              <a:off x="1949452" y="3867888"/>
              <a:ext cx="108000" cy="10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19" name="Google Shape;719;p53"/>
            <p:cNvSpPr/>
            <p:nvPr/>
          </p:nvSpPr>
          <p:spPr>
            <a:xfrm>
              <a:off x="1949452" y="4520069"/>
              <a:ext cx="108000" cy="10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20" name="Google Shape;720;p53"/>
            <p:cNvSpPr/>
            <p:nvPr/>
          </p:nvSpPr>
          <p:spPr>
            <a:xfrm>
              <a:off x="7286040" y="3215713"/>
              <a:ext cx="108000" cy="10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21" name="Google Shape;721;p53"/>
            <p:cNvSpPr/>
            <p:nvPr/>
          </p:nvSpPr>
          <p:spPr>
            <a:xfrm>
              <a:off x="7286040" y="3867888"/>
              <a:ext cx="108000" cy="10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22" name="Google Shape;722;p53"/>
            <p:cNvSpPr/>
            <p:nvPr/>
          </p:nvSpPr>
          <p:spPr>
            <a:xfrm>
              <a:off x="5503952" y="3215713"/>
              <a:ext cx="108000" cy="10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23" name="Google Shape;723;p53"/>
            <p:cNvSpPr/>
            <p:nvPr/>
          </p:nvSpPr>
          <p:spPr>
            <a:xfrm>
              <a:off x="3729127" y="3215713"/>
              <a:ext cx="108000" cy="10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24" name="Google Shape;724;p53"/>
            <p:cNvSpPr/>
            <p:nvPr/>
          </p:nvSpPr>
          <p:spPr>
            <a:xfrm>
              <a:off x="3729127" y="3867888"/>
              <a:ext cx="108000" cy="10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725" name="Google Shape;725;p53"/>
          <p:cNvSpPr txBox="1"/>
          <p:nvPr>
            <p:ph idx="21" type="body"/>
          </p:nvPr>
        </p:nvSpPr>
        <p:spPr>
          <a:xfrm>
            <a:off x="3780063" y="4491588"/>
            <a:ext cx="1580400" cy="651600"/>
          </a:xfrm>
          <a:prstGeom prst="rect">
            <a:avLst/>
          </a:prstGeom>
        </p:spPr>
        <p:txBody>
          <a:bodyPr anchorCtr="0" anchor="t" bIns="54000" lIns="180000" spcFirstLastPara="1" rIns="0" wrap="square" tIns="0">
            <a:noAutofit/>
          </a:bodyPr>
          <a:lstStyle/>
          <a:p>
            <a:pPr indent="0" lvl="0" marL="0" rtl="0" algn="l">
              <a:spcBef>
                <a:spcPts val="0"/>
              </a:spcBef>
              <a:spcAft>
                <a:spcPts val="0"/>
              </a:spcAft>
              <a:buClr>
                <a:schemeClr val="dk1"/>
              </a:buClr>
              <a:buSzPts val="1100"/>
              <a:buFont typeface="Arial"/>
              <a:buNone/>
            </a:pPr>
            <a:r>
              <a:rPr lang="en"/>
              <a:t>“What company does ProviderNet most remind you of?”</a:t>
            </a:r>
            <a:endParaRPr/>
          </a:p>
          <a:p>
            <a:pPr indent="0" lvl="0" marL="0" rtl="0" algn="l">
              <a:spcBef>
                <a:spcPts val="0"/>
              </a:spcBef>
              <a:spcAft>
                <a:spcPts val="0"/>
              </a:spcAft>
              <a:buNone/>
            </a:pPr>
            <a:r>
              <a:t/>
            </a:r>
            <a:endParaRPr/>
          </a:p>
        </p:txBody>
      </p:sp>
      <p:sp>
        <p:nvSpPr>
          <p:cNvPr id="726" name="Google Shape;726;p53"/>
          <p:cNvSpPr txBox="1"/>
          <p:nvPr>
            <p:ph idx="27" type="body"/>
          </p:nvPr>
        </p:nvSpPr>
        <p:spPr>
          <a:xfrm>
            <a:off x="5537663" y="3982275"/>
            <a:ext cx="1626900" cy="651600"/>
          </a:xfrm>
          <a:prstGeom prst="rect">
            <a:avLst/>
          </a:prstGeom>
        </p:spPr>
        <p:txBody>
          <a:bodyPr anchorCtr="0" anchor="t" bIns="54000" lIns="180000" spcFirstLastPara="1" rIns="0" wrap="square" tIns="0">
            <a:noAutofit/>
          </a:bodyPr>
          <a:lstStyle/>
          <a:p>
            <a:pPr indent="0" lvl="0" marL="0" rtl="0" algn="l">
              <a:spcBef>
                <a:spcPts val="0"/>
              </a:spcBef>
              <a:spcAft>
                <a:spcPts val="0"/>
              </a:spcAft>
              <a:buClr>
                <a:schemeClr val="dk1"/>
              </a:buClr>
              <a:buSzPts val="1100"/>
              <a:buFont typeface="Arial"/>
              <a:buNone/>
            </a:pPr>
            <a:r>
              <a:rPr lang="en"/>
              <a:t>“What frustrates you the most about your current patient portals?”</a:t>
            </a:r>
            <a:endParaRPr/>
          </a:p>
          <a:p>
            <a:pPr indent="0" lvl="0" marL="0" rtl="0" algn="l">
              <a:spcBef>
                <a:spcPts val="0"/>
              </a:spcBef>
              <a:spcAft>
                <a:spcPts val="0"/>
              </a:spcAft>
              <a:buNone/>
            </a:pPr>
            <a:r>
              <a:t/>
            </a:r>
            <a:endParaRPr/>
          </a:p>
        </p:txBody>
      </p:sp>
      <p:sp>
        <p:nvSpPr>
          <p:cNvPr id="727" name="Google Shape;727;p53"/>
          <p:cNvSpPr/>
          <p:nvPr/>
        </p:nvSpPr>
        <p:spPr>
          <a:xfrm>
            <a:off x="3729852" y="4520063"/>
            <a:ext cx="108000" cy="10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cxnSp>
        <p:nvCxnSpPr>
          <p:cNvPr id="728" name="Google Shape;728;p53"/>
          <p:cNvCxnSpPr/>
          <p:nvPr/>
        </p:nvCxnSpPr>
        <p:spPr>
          <a:xfrm rot="10800000">
            <a:off x="227650" y="2100"/>
            <a:ext cx="0" cy="5141400"/>
          </a:xfrm>
          <a:prstGeom prst="straightConnector1">
            <a:avLst/>
          </a:prstGeom>
          <a:noFill/>
          <a:ln cap="flat" cmpd="sng" w="9525">
            <a:solidFill>
              <a:schemeClr val="dk1"/>
            </a:solidFill>
            <a:prstDash val="solid"/>
            <a:round/>
            <a:headEnd len="sm" w="sm" type="none"/>
            <a:tailEnd len="sm" w="sm" type="none"/>
          </a:ln>
        </p:spPr>
      </p:cxnSp>
      <p:cxnSp>
        <p:nvCxnSpPr>
          <p:cNvPr id="729" name="Google Shape;729;p53"/>
          <p:cNvCxnSpPr/>
          <p:nvPr/>
        </p:nvCxnSpPr>
        <p:spPr>
          <a:xfrm rot="10800000">
            <a:off x="2003453" y="3"/>
            <a:ext cx="0" cy="5141400"/>
          </a:xfrm>
          <a:prstGeom prst="straightConnector1">
            <a:avLst/>
          </a:prstGeom>
          <a:noFill/>
          <a:ln cap="flat" cmpd="sng" w="9525">
            <a:solidFill>
              <a:schemeClr val="dk1"/>
            </a:solidFill>
            <a:prstDash val="solid"/>
            <a:round/>
            <a:headEnd len="sm" w="sm" type="none"/>
            <a:tailEnd len="sm" w="sm" type="none"/>
          </a:ln>
        </p:spPr>
      </p:cxnSp>
      <p:cxnSp>
        <p:nvCxnSpPr>
          <p:cNvPr id="730" name="Google Shape;730;p53"/>
          <p:cNvCxnSpPr/>
          <p:nvPr/>
        </p:nvCxnSpPr>
        <p:spPr>
          <a:xfrm rot="10800000">
            <a:off x="3781056" y="2100"/>
            <a:ext cx="0" cy="5141400"/>
          </a:xfrm>
          <a:prstGeom prst="straightConnector1">
            <a:avLst/>
          </a:prstGeom>
          <a:noFill/>
          <a:ln cap="flat" cmpd="sng" w="9525">
            <a:solidFill>
              <a:schemeClr val="dk1"/>
            </a:solidFill>
            <a:prstDash val="solid"/>
            <a:round/>
            <a:headEnd len="sm" w="sm" type="none"/>
            <a:tailEnd len="sm" w="sm" type="none"/>
          </a:ln>
        </p:spPr>
      </p:cxnSp>
      <p:cxnSp>
        <p:nvCxnSpPr>
          <p:cNvPr id="731" name="Google Shape;731;p53"/>
          <p:cNvCxnSpPr/>
          <p:nvPr/>
        </p:nvCxnSpPr>
        <p:spPr>
          <a:xfrm rot="10800000">
            <a:off x="5558809" y="2100"/>
            <a:ext cx="0" cy="5141400"/>
          </a:xfrm>
          <a:prstGeom prst="straightConnector1">
            <a:avLst/>
          </a:prstGeom>
          <a:noFill/>
          <a:ln cap="flat" cmpd="sng" w="9525">
            <a:solidFill>
              <a:schemeClr val="dk1"/>
            </a:solidFill>
            <a:prstDash val="solid"/>
            <a:round/>
            <a:headEnd len="sm" w="sm" type="none"/>
            <a:tailEnd len="sm" w="sm" type="none"/>
          </a:ln>
        </p:spPr>
      </p:cxnSp>
      <p:cxnSp>
        <p:nvCxnSpPr>
          <p:cNvPr id="732" name="Google Shape;732;p53"/>
          <p:cNvCxnSpPr/>
          <p:nvPr/>
        </p:nvCxnSpPr>
        <p:spPr>
          <a:xfrm rot="10800000">
            <a:off x="7341825" y="0"/>
            <a:ext cx="0" cy="5141400"/>
          </a:xfrm>
          <a:prstGeom prst="straightConnector1">
            <a:avLst/>
          </a:prstGeom>
          <a:noFill/>
          <a:ln cap="flat" cmpd="sng" w="9525">
            <a:solidFill>
              <a:schemeClr val="dk1"/>
            </a:solidFill>
            <a:prstDash val="solid"/>
            <a:round/>
            <a:headEnd len="sm" w="sm" type="none"/>
            <a:tailEnd len="sm" w="sm" type="none"/>
          </a:ln>
        </p:spPr>
      </p:cxnSp>
      <p:sp>
        <p:nvSpPr>
          <p:cNvPr id="733" name="Google Shape;733;p53"/>
          <p:cNvSpPr/>
          <p:nvPr/>
        </p:nvSpPr>
        <p:spPr>
          <a:xfrm>
            <a:off x="5506552" y="4054938"/>
            <a:ext cx="108000" cy="10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54"/>
          <p:cNvSpPr/>
          <p:nvPr/>
        </p:nvSpPr>
        <p:spPr>
          <a:xfrm>
            <a:off x="304689" y="687775"/>
            <a:ext cx="2304900" cy="3780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9" name="Google Shape;739;p54"/>
          <p:cNvSpPr/>
          <p:nvPr/>
        </p:nvSpPr>
        <p:spPr>
          <a:xfrm rot="5400000">
            <a:off x="5697675" y="1424600"/>
            <a:ext cx="2205600" cy="4341600"/>
          </a:xfrm>
          <a:prstGeom prst="roundRect">
            <a:avLst>
              <a:gd fmla="val 5925"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40" name="Google Shape;740;p54"/>
          <p:cNvSpPr/>
          <p:nvPr/>
        </p:nvSpPr>
        <p:spPr>
          <a:xfrm>
            <a:off x="276888" y="2095607"/>
            <a:ext cx="2304900" cy="390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1" name="Google Shape;741;p54"/>
          <p:cNvSpPr/>
          <p:nvPr/>
        </p:nvSpPr>
        <p:spPr>
          <a:xfrm>
            <a:off x="301467" y="3620375"/>
            <a:ext cx="2304900" cy="3780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2" name="Google Shape;742;p54"/>
          <p:cNvSpPr/>
          <p:nvPr/>
        </p:nvSpPr>
        <p:spPr>
          <a:xfrm>
            <a:off x="304689" y="687775"/>
            <a:ext cx="2304900" cy="3780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3" name="Google Shape;743;p54"/>
          <p:cNvSpPr txBox="1"/>
          <p:nvPr>
            <p:ph idx="4294967295" type="subTitle"/>
          </p:nvPr>
        </p:nvSpPr>
        <p:spPr>
          <a:xfrm>
            <a:off x="594025" y="184700"/>
            <a:ext cx="3696300" cy="153900"/>
          </a:xfrm>
          <a:prstGeom prst="rect">
            <a:avLst/>
          </a:prstGeom>
        </p:spPr>
        <p:txBody>
          <a:bodyPr anchorCtr="0" anchor="t" bIns="91425" lIns="91425" spcFirstLastPara="1" rIns="91425" wrap="square" tIns="91425">
            <a:normAutofit fontScale="25000" lnSpcReduction="20000"/>
          </a:bodyPr>
          <a:lstStyle/>
          <a:p>
            <a:pPr indent="0" lvl="0" marL="0" rtl="0" algn="l">
              <a:lnSpc>
                <a:spcPct val="115000"/>
              </a:lnSpc>
              <a:spcBef>
                <a:spcPts val="0"/>
              </a:spcBef>
              <a:spcAft>
                <a:spcPts val="0"/>
              </a:spcAft>
              <a:buSzPct val="100000"/>
              <a:buNone/>
            </a:pPr>
            <a:r>
              <a:rPr lang="en"/>
              <a:t>SWOT</a:t>
            </a:r>
            <a:endParaRPr/>
          </a:p>
        </p:txBody>
      </p:sp>
      <p:sp>
        <p:nvSpPr>
          <p:cNvPr id="744" name="Google Shape;744;p54"/>
          <p:cNvSpPr txBox="1"/>
          <p:nvPr>
            <p:ph idx="1" type="subTitle"/>
          </p:nvPr>
        </p:nvSpPr>
        <p:spPr>
          <a:xfrm>
            <a:off x="495000" y="184700"/>
            <a:ext cx="3696300" cy="153900"/>
          </a:xfrm>
          <a:prstGeom prst="rect">
            <a:avLst/>
          </a:prstGeom>
        </p:spPr>
        <p:txBody>
          <a:bodyPr anchorCtr="0" anchor="ctr" bIns="0" lIns="0" spcFirstLastPara="1" rIns="0" wrap="square" tIns="0">
            <a:normAutofit/>
          </a:bodyPr>
          <a:lstStyle/>
          <a:p>
            <a:pPr indent="0" lvl="0" marL="0" rtl="0" algn="l">
              <a:lnSpc>
                <a:spcPct val="115000"/>
              </a:lnSpc>
              <a:spcBef>
                <a:spcPts val="0"/>
              </a:spcBef>
              <a:spcAft>
                <a:spcPts val="0"/>
              </a:spcAft>
              <a:buSzPts val="2200"/>
              <a:buNone/>
            </a:pPr>
            <a:r>
              <a:rPr lang="en"/>
              <a:t>BUSINESS MODEL</a:t>
            </a:r>
            <a:endParaRPr/>
          </a:p>
        </p:txBody>
      </p:sp>
      <p:sp>
        <p:nvSpPr>
          <p:cNvPr id="745" name="Google Shape;745;p54"/>
          <p:cNvSpPr txBox="1"/>
          <p:nvPr>
            <p:ph type="title"/>
          </p:nvPr>
        </p:nvSpPr>
        <p:spPr>
          <a:xfrm>
            <a:off x="304689" y="755708"/>
            <a:ext cx="2304900" cy="267000"/>
          </a:xfrm>
          <a:prstGeom prst="rect">
            <a:avLst/>
          </a:prstGeom>
        </p:spPr>
        <p:txBody>
          <a:bodyPr anchorCtr="0" anchor="t" bIns="0" lIns="180000" spcFirstLastPara="1" rIns="180000" wrap="square" tIns="0">
            <a:noAutofit/>
          </a:bodyPr>
          <a:lstStyle/>
          <a:p>
            <a:pPr indent="0" lvl="0" marL="0" rtl="0" algn="ctr">
              <a:spcBef>
                <a:spcPts val="0"/>
              </a:spcBef>
              <a:spcAft>
                <a:spcPts val="0"/>
              </a:spcAft>
              <a:buNone/>
            </a:pPr>
            <a:r>
              <a:rPr lang="en" sz="1300"/>
              <a:t>Total Addressable Market</a:t>
            </a:r>
            <a:endParaRPr sz="1300"/>
          </a:p>
        </p:txBody>
      </p:sp>
      <p:sp>
        <p:nvSpPr>
          <p:cNvPr id="746" name="Google Shape;746;p54"/>
          <p:cNvSpPr txBox="1"/>
          <p:nvPr>
            <p:ph idx="2" type="title"/>
          </p:nvPr>
        </p:nvSpPr>
        <p:spPr>
          <a:xfrm>
            <a:off x="261937" y="2176113"/>
            <a:ext cx="2683800" cy="333900"/>
          </a:xfrm>
          <a:prstGeom prst="rect">
            <a:avLst/>
          </a:prstGeom>
        </p:spPr>
        <p:txBody>
          <a:bodyPr anchorCtr="0" anchor="t" bIns="0" lIns="180000" spcFirstLastPara="1" rIns="180000" wrap="square" tIns="0">
            <a:noAutofit/>
          </a:bodyPr>
          <a:lstStyle/>
          <a:p>
            <a:pPr indent="0" lvl="0" marL="0" rtl="0" algn="l">
              <a:spcBef>
                <a:spcPts val="0"/>
              </a:spcBef>
              <a:spcAft>
                <a:spcPts val="0"/>
              </a:spcAft>
              <a:buNone/>
            </a:pPr>
            <a:r>
              <a:rPr lang="en" sz="1300"/>
              <a:t>Serviceable</a:t>
            </a:r>
            <a:r>
              <a:rPr lang="en" sz="1300"/>
              <a:t> Addressable Market</a:t>
            </a:r>
            <a:endParaRPr sz="1300"/>
          </a:p>
        </p:txBody>
      </p:sp>
      <p:sp>
        <p:nvSpPr>
          <p:cNvPr id="747" name="Google Shape;747;p54"/>
          <p:cNvSpPr txBox="1"/>
          <p:nvPr>
            <p:ph idx="3" type="title"/>
          </p:nvPr>
        </p:nvSpPr>
        <p:spPr>
          <a:xfrm>
            <a:off x="162178" y="3699688"/>
            <a:ext cx="2583600" cy="267000"/>
          </a:xfrm>
          <a:prstGeom prst="rect">
            <a:avLst/>
          </a:prstGeom>
        </p:spPr>
        <p:txBody>
          <a:bodyPr anchorCtr="0" anchor="t" bIns="0" lIns="180000" spcFirstLastPara="1" rIns="180000" wrap="square" tIns="0">
            <a:noAutofit/>
          </a:bodyPr>
          <a:lstStyle/>
          <a:p>
            <a:pPr indent="0" lvl="0" marL="0" rtl="0" algn="ctr">
              <a:spcBef>
                <a:spcPts val="0"/>
              </a:spcBef>
              <a:spcAft>
                <a:spcPts val="0"/>
              </a:spcAft>
              <a:buNone/>
            </a:pPr>
            <a:r>
              <a:rPr lang="en" sz="1300"/>
              <a:t>Serviceable</a:t>
            </a:r>
            <a:r>
              <a:rPr lang="en" sz="1300"/>
              <a:t> Obtainable Market</a:t>
            </a:r>
            <a:endParaRPr sz="1300"/>
          </a:p>
        </p:txBody>
      </p:sp>
      <p:sp>
        <p:nvSpPr>
          <p:cNvPr id="748" name="Google Shape;748;p54"/>
          <p:cNvSpPr txBox="1"/>
          <p:nvPr>
            <p:ph idx="4" type="body"/>
          </p:nvPr>
        </p:nvSpPr>
        <p:spPr>
          <a:xfrm>
            <a:off x="242614" y="1068100"/>
            <a:ext cx="3796500" cy="1027500"/>
          </a:xfrm>
          <a:prstGeom prst="rect">
            <a:avLst/>
          </a:prstGeom>
        </p:spPr>
        <p:txBody>
          <a:bodyPr anchorCtr="0" anchor="t" bIns="180000" lIns="180000" spcFirstLastPara="1" rIns="180000" wrap="square" tIns="270000">
            <a:noAutofit/>
          </a:bodyPr>
          <a:lstStyle/>
          <a:p>
            <a:pPr indent="0" lvl="0" marL="0" rtl="0" algn="l">
              <a:lnSpc>
                <a:spcPct val="95000"/>
              </a:lnSpc>
              <a:spcBef>
                <a:spcPts val="0"/>
              </a:spcBef>
              <a:spcAft>
                <a:spcPts val="0"/>
              </a:spcAft>
              <a:buSzPts val="853"/>
              <a:buNone/>
            </a:pPr>
            <a:r>
              <a:rPr b="1" lang="en" sz="1175"/>
              <a:t>Global Healthcare IT Market</a:t>
            </a:r>
            <a:endParaRPr b="1" sz="1175"/>
          </a:p>
          <a:p>
            <a:pPr indent="0" lvl="0" marL="0" rtl="0" algn="l">
              <a:lnSpc>
                <a:spcPct val="95000"/>
              </a:lnSpc>
              <a:spcBef>
                <a:spcPts val="0"/>
              </a:spcBef>
              <a:spcAft>
                <a:spcPts val="0"/>
              </a:spcAft>
              <a:buSzPts val="853"/>
              <a:buNone/>
            </a:pPr>
            <a:r>
              <a:rPr lang="en" sz="1175"/>
              <a:t>every hospital, physician's office, and insurer worldwide that uses digital systems</a:t>
            </a:r>
            <a:endParaRPr sz="1175"/>
          </a:p>
        </p:txBody>
      </p:sp>
      <p:sp>
        <p:nvSpPr>
          <p:cNvPr id="749" name="Google Shape;749;p54"/>
          <p:cNvSpPr/>
          <p:nvPr/>
        </p:nvSpPr>
        <p:spPr>
          <a:xfrm>
            <a:off x="4119575" y="402025"/>
            <a:ext cx="4488600" cy="4405200"/>
          </a:xfrm>
          <a:prstGeom prst="ellipse">
            <a:avLst/>
          </a:prstGeom>
          <a:solidFill>
            <a:srgbClr val="FFCCE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750" name="Google Shape;750;p54"/>
          <p:cNvSpPr/>
          <p:nvPr/>
        </p:nvSpPr>
        <p:spPr>
          <a:xfrm>
            <a:off x="4487375" y="1114971"/>
            <a:ext cx="3753000" cy="37005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751" name="Google Shape;751;p54"/>
          <p:cNvSpPr/>
          <p:nvPr/>
        </p:nvSpPr>
        <p:spPr>
          <a:xfrm>
            <a:off x="4948250" y="2008284"/>
            <a:ext cx="2814600" cy="2799000"/>
          </a:xfrm>
          <a:prstGeom prst="ellipse">
            <a:avLst/>
          </a:prstGeom>
          <a:solidFill>
            <a:srgbClr val="FBE2C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752" name="Google Shape;752;p54"/>
          <p:cNvSpPr txBox="1"/>
          <p:nvPr/>
        </p:nvSpPr>
        <p:spPr>
          <a:xfrm>
            <a:off x="5524475" y="624575"/>
            <a:ext cx="1678800" cy="33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Hanken Grotesk"/>
                <a:ea typeface="Hanken Grotesk"/>
                <a:cs typeface="Hanken Grotesk"/>
                <a:sym typeface="Hanken Grotesk"/>
              </a:rPr>
              <a:t>$402.7 Billion</a:t>
            </a:r>
            <a:endParaRPr b="1" sz="1800">
              <a:solidFill>
                <a:schemeClr val="dk1"/>
              </a:solidFill>
              <a:latin typeface="Hanken Grotesk"/>
              <a:ea typeface="Hanken Grotesk"/>
              <a:cs typeface="Hanken Grotesk"/>
              <a:sym typeface="Hanken Grotesk"/>
            </a:endParaRPr>
          </a:p>
        </p:txBody>
      </p:sp>
      <p:sp>
        <p:nvSpPr>
          <p:cNvPr id="753" name="Google Shape;753;p54"/>
          <p:cNvSpPr txBox="1"/>
          <p:nvPr/>
        </p:nvSpPr>
        <p:spPr>
          <a:xfrm>
            <a:off x="5570825" y="1416825"/>
            <a:ext cx="1586100" cy="4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Hanken Grotesk"/>
                <a:ea typeface="Hanken Grotesk"/>
                <a:cs typeface="Hanken Grotesk"/>
                <a:sym typeface="Hanken Grotesk"/>
              </a:rPr>
              <a:t>$18.1 Billion</a:t>
            </a:r>
            <a:endParaRPr b="1" sz="1800">
              <a:solidFill>
                <a:schemeClr val="dk1"/>
              </a:solidFill>
              <a:latin typeface="Hanken Grotesk"/>
              <a:ea typeface="Hanken Grotesk"/>
              <a:cs typeface="Hanken Grotesk"/>
              <a:sym typeface="Hanken Grotesk"/>
            </a:endParaRPr>
          </a:p>
        </p:txBody>
      </p:sp>
      <p:sp>
        <p:nvSpPr>
          <p:cNvPr id="754" name="Google Shape;754;p54"/>
          <p:cNvSpPr txBox="1"/>
          <p:nvPr/>
        </p:nvSpPr>
        <p:spPr>
          <a:xfrm>
            <a:off x="5524475" y="3182594"/>
            <a:ext cx="1678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t>$270 Million</a:t>
            </a:r>
            <a:endParaRPr b="1" sz="1800"/>
          </a:p>
        </p:txBody>
      </p:sp>
      <p:sp>
        <p:nvSpPr>
          <p:cNvPr id="755" name="Google Shape;755;p54"/>
          <p:cNvSpPr txBox="1"/>
          <p:nvPr>
            <p:ph idx="4" type="body"/>
          </p:nvPr>
        </p:nvSpPr>
        <p:spPr>
          <a:xfrm>
            <a:off x="242614" y="2486200"/>
            <a:ext cx="3796500" cy="1205400"/>
          </a:xfrm>
          <a:prstGeom prst="rect">
            <a:avLst/>
          </a:prstGeom>
        </p:spPr>
        <p:txBody>
          <a:bodyPr anchorCtr="0" anchor="t" bIns="180000" lIns="180000" spcFirstLastPara="1" rIns="180000" wrap="square" tIns="270000">
            <a:noAutofit/>
          </a:bodyPr>
          <a:lstStyle/>
          <a:p>
            <a:pPr indent="0" lvl="0" marL="0" rtl="0" algn="l">
              <a:lnSpc>
                <a:spcPct val="95000"/>
              </a:lnSpc>
              <a:spcBef>
                <a:spcPts val="0"/>
              </a:spcBef>
              <a:spcAft>
                <a:spcPts val="0"/>
              </a:spcAft>
              <a:buSzPts val="853"/>
              <a:buNone/>
            </a:pPr>
            <a:r>
              <a:rPr b="1" lang="en" sz="1175"/>
              <a:t>US EHRs &amp; Data Exchange Market</a:t>
            </a:r>
            <a:endParaRPr b="1" sz="1175"/>
          </a:p>
          <a:p>
            <a:pPr indent="0" lvl="0" marL="0" rtl="0" algn="l">
              <a:lnSpc>
                <a:spcPct val="95000"/>
              </a:lnSpc>
              <a:spcBef>
                <a:spcPts val="0"/>
              </a:spcBef>
              <a:spcAft>
                <a:spcPts val="0"/>
              </a:spcAft>
              <a:buSzPts val="853"/>
              <a:buNone/>
            </a:pPr>
            <a:r>
              <a:rPr lang="en" sz="1175"/>
              <a:t>90%+ of U.S. providers who have already adopted EHRs but are struggling to make them talk to one another.</a:t>
            </a:r>
            <a:endParaRPr sz="1175"/>
          </a:p>
        </p:txBody>
      </p:sp>
      <p:sp>
        <p:nvSpPr>
          <p:cNvPr id="756" name="Google Shape;756;p54"/>
          <p:cNvSpPr txBox="1"/>
          <p:nvPr>
            <p:ph idx="4" type="body"/>
          </p:nvPr>
        </p:nvSpPr>
        <p:spPr>
          <a:xfrm>
            <a:off x="272231" y="3952568"/>
            <a:ext cx="4070400" cy="1205400"/>
          </a:xfrm>
          <a:prstGeom prst="rect">
            <a:avLst/>
          </a:prstGeom>
        </p:spPr>
        <p:txBody>
          <a:bodyPr anchorCtr="0" anchor="t" bIns="180000" lIns="180000" spcFirstLastPara="1" rIns="180000" wrap="square" tIns="270000">
            <a:noAutofit/>
          </a:bodyPr>
          <a:lstStyle/>
          <a:p>
            <a:pPr indent="0" lvl="0" marL="0" rtl="0" algn="l">
              <a:lnSpc>
                <a:spcPct val="95000"/>
              </a:lnSpc>
              <a:spcBef>
                <a:spcPts val="0"/>
              </a:spcBef>
              <a:spcAft>
                <a:spcPts val="0"/>
              </a:spcAft>
              <a:buSzPts val="853"/>
              <a:buNone/>
            </a:pPr>
            <a:r>
              <a:rPr b="1" lang="en" sz="1175"/>
              <a:t>Independent Specialty Groups and Travel </a:t>
            </a:r>
            <a:endParaRPr b="1" sz="1175"/>
          </a:p>
          <a:p>
            <a:pPr indent="0" lvl="0" marL="0" rtl="0" algn="l">
              <a:lnSpc>
                <a:spcPct val="95000"/>
              </a:lnSpc>
              <a:spcBef>
                <a:spcPts val="0"/>
              </a:spcBef>
              <a:spcAft>
                <a:spcPts val="0"/>
              </a:spcAft>
              <a:buSzPts val="853"/>
              <a:buNone/>
            </a:pPr>
            <a:r>
              <a:rPr b="1" lang="en" sz="1175"/>
              <a:t>Nursing/Telehealth Networks</a:t>
            </a:r>
            <a:endParaRPr b="1" sz="1175"/>
          </a:p>
          <a:p>
            <a:pPr indent="0" lvl="0" marL="0" rtl="0" algn="l">
              <a:lnSpc>
                <a:spcPct val="95000"/>
              </a:lnSpc>
              <a:spcBef>
                <a:spcPts val="0"/>
              </a:spcBef>
              <a:spcAft>
                <a:spcPts val="0"/>
              </a:spcAft>
              <a:buSzPts val="853"/>
              <a:buNone/>
            </a:pPr>
            <a:r>
              <a:rPr lang="en" sz="1175"/>
              <a:t>These are providers who constantly move across state lines and deal with fragmented records every day. Plan to capture 1.5% of market by 2028</a:t>
            </a:r>
            <a:endParaRPr sz="1175"/>
          </a:p>
        </p:txBody>
      </p:sp>
      <p:sp>
        <p:nvSpPr>
          <p:cNvPr id="757" name="Google Shape;757;p54"/>
          <p:cNvSpPr txBox="1"/>
          <p:nvPr/>
        </p:nvSpPr>
        <p:spPr>
          <a:xfrm>
            <a:off x="6588175" y="4815475"/>
            <a:ext cx="2437800" cy="26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Hanken Grotesk"/>
                <a:ea typeface="Hanken Grotesk"/>
                <a:cs typeface="Hanken Grotesk"/>
                <a:sym typeface="Hanken Grotesk"/>
              </a:rPr>
              <a:t>Source: 2025 Grand View Research Market Reports</a:t>
            </a:r>
            <a:endParaRPr sz="700">
              <a:solidFill>
                <a:schemeClr val="dk1"/>
              </a:solidFill>
              <a:latin typeface="Hanken Grotesk"/>
              <a:ea typeface="Hanken Grotesk"/>
              <a:cs typeface="Hanken Grotesk"/>
              <a:sym typeface="Hanken Grotesk"/>
            </a:endParaRPr>
          </a:p>
        </p:txBody>
      </p:sp>
      <p:sp>
        <p:nvSpPr>
          <p:cNvPr id="758" name="Google Shape;758;p54"/>
          <p:cNvSpPr txBox="1"/>
          <p:nvPr/>
        </p:nvSpPr>
        <p:spPr>
          <a:xfrm>
            <a:off x="5021975" y="3483825"/>
            <a:ext cx="2683800" cy="37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Hanken Grotesk"/>
                <a:ea typeface="Hanken Grotesk"/>
                <a:cs typeface="Hanken Grotesk"/>
                <a:sym typeface="Hanken Grotesk"/>
              </a:rPr>
              <a:t>Onboard 5,000 providers at $4,500/month</a:t>
            </a:r>
            <a:endParaRPr sz="1000">
              <a:solidFill>
                <a:schemeClr val="dk1"/>
              </a:solidFill>
              <a:latin typeface="Hanken Grotesk"/>
              <a:ea typeface="Hanken Grotesk"/>
              <a:cs typeface="Hanken Grotesk"/>
              <a:sym typeface="Hanken Grotes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762" name="Shape 762"/>
        <p:cNvGrpSpPr/>
        <p:nvPr/>
      </p:nvGrpSpPr>
      <p:grpSpPr>
        <a:xfrm>
          <a:off x="0" y="0"/>
          <a:ext cx="0" cy="0"/>
          <a:chOff x="0" y="0"/>
          <a:chExt cx="0" cy="0"/>
        </a:xfrm>
      </p:grpSpPr>
      <p:sp>
        <p:nvSpPr>
          <p:cNvPr id="763" name="Google Shape;763;p55"/>
          <p:cNvSpPr/>
          <p:nvPr/>
        </p:nvSpPr>
        <p:spPr>
          <a:xfrm>
            <a:off x="1399001" y="4559050"/>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764" name="Google Shape;764;p55"/>
          <p:cNvSpPr/>
          <p:nvPr/>
        </p:nvSpPr>
        <p:spPr>
          <a:xfrm>
            <a:off x="1399026" y="3106187"/>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765" name="Google Shape;765;p55"/>
          <p:cNvSpPr/>
          <p:nvPr/>
        </p:nvSpPr>
        <p:spPr>
          <a:xfrm>
            <a:off x="1399001" y="1640387"/>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766" name="Google Shape;766;p55"/>
          <p:cNvSpPr txBox="1"/>
          <p:nvPr>
            <p:ph idx="7" type="title"/>
          </p:nvPr>
        </p:nvSpPr>
        <p:spPr>
          <a:xfrm>
            <a:off x="1552450" y="3144818"/>
            <a:ext cx="1133400" cy="176700"/>
          </a:xfrm>
          <a:prstGeom prst="rect">
            <a:avLst/>
          </a:prstGeom>
        </p:spPr>
        <p:txBody>
          <a:bodyPr anchorCtr="0" anchor="t" bIns="91425" lIns="91425" spcFirstLastPara="1" rIns="91425" wrap="square" tIns="0">
            <a:noAutofit/>
          </a:bodyPr>
          <a:lstStyle/>
          <a:p>
            <a:pPr indent="0" lvl="0" marL="0" rtl="0" algn="ctr">
              <a:lnSpc>
                <a:spcPct val="100000"/>
              </a:lnSpc>
              <a:spcBef>
                <a:spcPts val="0"/>
              </a:spcBef>
              <a:spcAft>
                <a:spcPts val="0"/>
              </a:spcAft>
              <a:buSzPts val="990"/>
              <a:buNone/>
            </a:pPr>
            <a:r>
              <a:rPr lang="en"/>
              <a:t>CTO</a:t>
            </a:r>
            <a:endParaRPr/>
          </a:p>
        </p:txBody>
      </p:sp>
      <p:sp>
        <p:nvSpPr>
          <p:cNvPr id="767" name="Google Shape;767;p55"/>
          <p:cNvSpPr txBox="1"/>
          <p:nvPr>
            <p:ph idx="8" type="title"/>
          </p:nvPr>
        </p:nvSpPr>
        <p:spPr>
          <a:xfrm>
            <a:off x="1552450" y="4601474"/>
            <a:ext cx="1133400" cy="176700"/>
          </a:xfrm>
          <a:prstGeom prst="rect">
            <a:avLst/>
          </a:prstGeom>
        </p:spPr>
        <p:txBody>
          <a:bodyPr anchorCtr="0" anchor="t" bIns="91425" lIns="91425" spcFirstLastPara="1" rIns="91425" wrap="square" tIns="0">
            <a:normAutofit fontScale="90000"/>
          </a:bodyPr>
          <a:lstStyle/>
          <a:p>
            <a:pPr indent="0" lvl="0" marL="0" rtl="0" algn="ctr">
              <a:lnSpc>
                <a:spcPct val="100000"/>
              </a:lnSpc>
              <a:spcBef>
                <a:spcPts val="0"/>
              </a:spcBef>
              <a:spcAft>
                <a:spcPts val="0"/>
              </a:spcAft>
              <a:buSzPct val="111111"/>
              <a:buNone/>
            </a:pPr>
            <a:r>
              <a:rPr lang="en"/>
              <a:t>CFO</a:t>
            </a:r>
            <a:endParaRPr/>
          </a:p>
        </p:txBody>
      </p:sp>
      <p:sp>
        <p:nvSpPr>
          <p:cNvPr id="768" name="Google Shape;768;p55"/>
          <p:cNvSpPr txBox="1"/>
          <p:nvPr>
            <p:ph idx="9" type="title"/>
          </p:nvPr>
        </p:nvSpPr>
        <p:spPr>
          <a:xfrm>
            <a:off x="1552450" y="1678277"/>
            <a:ext cx="1133400" cy="176700"/>
          </a:xfrm>
          <a:prstGeom prst="rect">
            <a:avLst/>
          </a:prstGeom>
        </p:spPr>
        <p:txBody>
          <a:bodyPr anchorCtr="0" anchor="t" bIns="91425" lIns="91425" spcFirstLastPara="1" rIns="91425" wrap="square" tIns="0">
            <a:noAutofit/>
          </a:bodyPr>
          <a:lstStyle/>
          <a:p>
            <a:pPr indent="0" lvl="0" marL="0" rtl="0" algn="ctr">
              <a:lnSpc>
                <a:spcPct val="100000"/>
              </a:lnSpc>
              <a:spcBef>
                <a:spcPts val="0"/>
              </a:spcBef>
              <a:spcAft>
                <a:spcPts val="0"/>
              </a:spcAft>
              <a:buSzPts val="1000"/>
              <a:buNone/>
            </a:pPr>
            <a:r>
              <a:rPr lang="en"/>
              <a:t>CEO</a:t>
            </a:r>
            <a:endParaRPr/>
          </a:p>
        </p:txBody>
      </p:sp>
      <p:sp>
        <p:nvSpPr>
          <p:cNvPr id="769" name="Google Shape;769;p55"/>
          <p:cNvSpPr txBox="1"/>
          <p:nvPr>
            <p:ph idx="6" type="title"/>
          </p:nvPr>
        </p:nvSpPr>
        <p:spPr>
          <a:xfrm>
            <a:off x="1399000" y="858998"/>
            <a:ext cx="6881700" cy="781500"/>
          </a:xfrm>
          <a:prstGeom prst="rect">
            <a:avLst/>
          </a:prstGeom>
        </p:spPr>
        <p:txBody>
          <a:bodyPr anchorCtr="0" anchor="t" bIns="0" lIns="91425" spcFirstLastPara="1" rIns="91425" wrap="square" tIns="0">
            <a:noAutofit/>
          </a:bodyPr>
          <a:lstStyle/>
          <a:p>
            <a:pPr indent="0" lvl="0" marL="0" rtl="0" algn="l">
              <a:lnSpc>
                <a:spcPct val="100000"/>
              </a:lnSpc>
              <a:spcBef>
                <a:spcPts val="0"/>
              </a:spcBef>
              <a:spcAft>
                <a:spcPts val="0"/>
              </a:spcAft>
              <a:buSzPts val="4200"/>
              <a:buNone/>
            </a:pPr>
            <a:r>
              <a:rPr lang="en"/>
              <a:t>Jaden Del Rosario</a:t>
            </a:r>
            <a:endParaRPr/>
          </a:p>
        </p:txBody>
      </p:sp>
      <p:sp>
        <p:nvSpPr>
          <p:cNvPr id="770" name="Google Shape;770;p55"/>
          <p:cNvSpPr txBox="1"/>
          <p:nvPr>
            <p:ph type="title"/>
          </p:nvPr>
        </p:nvSpPr>
        <p:spPr>
          <a:xfrm>
            <a:off x="1399000" y="2328176"/>
            <a:ext cx="6881700" cy="781500"/>
          </a:xfrm>
          <a:prstGeom prst="rect">
            <a:avLst/>
          </a:prstGeom>
        </p:spPr>
        <p:txBody>
          <a:bodyPr anchorCtr="0" anchor="t" bIns="0" lIns="91425" spcFirstLastPara="1" rIns="91425" wrap="square" tIns="0">
            <a:normAutofit/>
          </a:bodyPr>
          <a:lstStyle/>
          <a:p>
            <a:pPr indent="0" lvl="0" marL="0" rtl="0" algn="l">
              <a:lnSpc>
                <a:spcPct val="100000"/>
              </a:lnSpc>
              <a:spcBef>
                <a:spcPts val="0"/>
              </a:spcBef>
              <a:spcAft>
                <a:spcPts val="0"/>
              </a:spcAft>
              <a:buClr>
                <a:schemeClr val="dk1"/>
              </a:buClr>
              <a:buSzPts val="4200"/>
              <a:buFont typeface="Arial"/>
              <a:buNone/>
            </a:pPr>
            <a:r>
              <a:rPr lang="en"/>
              <a:t>Lydia </a:t>
            </a:r>
            <a:r>
              <a:rPr lang="en"/>
              <a:t>H</a:t>
            </a:r>
            <a:r>
              <a:rPr lang="en"/>
              <a:t>olleman</a:t>
            </a:r>
            <a:endParaRPr/>
          </a:p>
        </p:txBody>
      </p:sp>
      <p:sp>
        <p:nvSpPr>
          <p:cNvPr id="771" name="Google Shape;771;p55"/>
          <p:cNvSpPr txBox="1"/>
          <p:nvPr>
            <p:ph idx="5" type="title"/>
          </p:nvPr>
        </p:nvSpPr>
        <p:spPr>
          <a:xfrm>
            <a:off x="1399000" y="3779000"/>
            <a:ext cx="6881700" cy="774000"/>
          </a:xfrm>
          <a:prstGeom prst="rect">
            <a:avLst/>
          </a:prstGeom>
        </p:spPr>
        <p:txBody>
          <a:bodyPr anchorCtr="0" anchor="t" bIns="0" lIns="91425" spcFirstLastPara="1" rIns="91425" wrap="square" tIns="0">
            <a:normAutofit/>
          </a:bodyPr>
          <a:lstStyle/>
          <a:p>
            <a:pPr indent="0" lvl="0" marL="0" rtl="0" algn="l">
              <a:lnSpc>
                <a:spcPct val="100000"/>
              </a:lnSpc>
              <a:spcBef>
                <a:spcPts val="0"/>
              </a:spcBef>
              <a:spcAft>
                <a:spcPts val="0"/>
              </a:spcAft>
              <a:buClr>
                <a:schemeClr val="dk1"/>
              </a:buClr>
              <a:buSzPts val="4200"/>
              <a:buFont typeface="Arial"/>
              <a:buNone/>
            </a:pPr>
            <a:r>
              <a:rPr lang="en"/>
              <a:t>Lola Wood</a:t>
            </a:r>
            <a:endParaRPr/>
          </a:p>
        </p:txBody>
      </p:sp>
      <p:pic>
        <p:nvPicPr>
          <p:cNvPr id="772" name="Google Shape;772;p55" title="Headshot.jpg"/>
          <p:cNvPicPr preferRelativeResize="0"/>
          <p:nvPr>
            <p:ph idx="13" type="pic"/>
          </p:nvPr>
        </p:nvPicPr>
        <p:blipFill rotWithShape="1">
          <a:blip r:embed="rId3">
            <a:alphaModFix/>
          </a:blip>
          <a:srcRect b="10790" l="0" r="0" t="10790"/>
          <a:stretch/>
        </p:blipFill>
        <p:spPr>
          <a:xfrm>
            <a:off x="325850" y="928525"/>
            <a:ext cx="930900" cy="930900"/>
          </a:xfrm>
          <a:prstGeom prst="roundRect">
            <a:avLst>
              <a:gd fmla="val 16667" name="adj"/>
            </a:avLst>
          </a:prstGeom>
        </p:spPr>
      </p:pic>
      <p:pic>
        <p:nvPicPr>
          <p:cNvPr id="773" name="Google Shape;773;p55" title="DSC_3697 (1).jpg"/>
          <p:cNvPicPr preferRelativeResize="0"/>
          <p:nvPr>
            <p:ph idx="14" type="pic"/>
          </p:nvPr>
        </p:nvPicPr>
        <p:blipFill rotWithShape="1">
          <a:blip r:embed="rId4">
            <a:alphaModFix/>
          </a:blip>
          <a:srcRect b="30318" l="6438" r="6438" t="0"/>
          <a:stretch/>
        </p:blipFill>
        <p:spPr>
          <a:xfrm>
            <a:off x="325850" y="2396325"/>
            <a:ext cx="930900" cy="930900"/>
          </a:xfrm>
          <a:prstGeom prst="roundRect">
            <a:avLst>
              <a:gd fmla="val 16667" name="adj"/>
            </a:avLst>
          </a:prstGeom>
        </p:spPr>
      </p:pic>
      <p:pic>
        <p:nvPicPr>
          <p:cNvPr id="774" name="Google Shape;774;p55" title="IMG_2733.jpeg"/>
          <p:cNvPicPr preferRelativeResize="0"/>
          <p:nvPr>
            <p:ph idx="15" type="pic"/>
          </p:nvPr>
        </p:nvPicPr>
        <p:blipFill rotWithShape="1">
          <a:blip r:embed="rId5">
            <a:alphaModFix/>
          </a:blip>
          <a:srcRect b="50302" l="29780" r="36567" t="27268"/>
          <a:stretch/>
        </p:blipFill>
        <p:spPr>
          <a:xfrm>
            <a:off x="325850" y="3849175"/>
            <a:ext cx="930900" cy="930900"/>
          </a:xfrm>
          <a:prstGeom prst="roundRect">
            <a:avLst>
              <a:gd fmla="val 16667" name="adj"/>
            </a:avLst>
          </a:prstGeom>
        </p:spPr>
      </p:pic>
      <p:sp>
        <p:nvSpPr>
          <p:cNvPr id="775" name="Google Shape;775;p55"/>
          <p:cNvSpPr txBox="1"/>
          <p:nvPr>
            <p:ph idx="16" type="body"/>
          </p:nvPr>
        </p:nvSpPr>
        <p:spPr>
          <a:xfrm>
            <a:off x="3060150" y="1496850"/>
            <a:ext cx="5311800" cy="564300"/>
          </a:xfrm>
          <a:prstGeom prst="rect">
            <a:avLst/>
          </a:prstGeom>
        </p:spPr>
        <p:txBody>
          <a:bodyPr anchorCtr="0" anchor="t" bIns="91425" lIns="91425" spcFirstLastPara="1" rIns="91425" wrap="square" tIns="0">
            <a:normAutofit/>
          </a:bodyPr>
          <a:lstStyle/>
          <a:p>
            <a:pPr indent="0" lvl="0" marL="0" rtl="0" algn="l">
              <a:lnSpc>
                <a:spcPct val="115000"/>
              </a:lnSpc>
              <a:spcBef>
                <a:spcPts val="0"/>
              </a:spcBef>
              <a:spcAft>
                <a:spcPts val="0"/>
              </a:spcAft>
              <a:buClr>
                <a:schemeClr val="dk1"/>
              </a:buClr>
              <a:buSzPts val="1800"/>
              <a:buFont typeface="Arial"/>
              <a:buNone/>
            </a:pPr>
            <a:r>
              <a:rPr b="1" lang="en" sz="800">
                <a:latin typeface="Times New Roman"/>
                <a:ea typeface="Times New Roman"/>
                <a:cs typeface="Times New Roman"/>
                <a:sym typeface="Times New Roman"/>
              </a:rPr>
              <a:t>Th</a:t>
            </a:r>
            <a:r>
              <a:rPr b="1" lang="en" sz="800">
                <a:latin typeface="Times New Roman"/>
                <a:ea typeface="Times New Roman"/>
                <a:cs typeface="Times New Roman"/>
                <a:sym typeface="Times New Roman"/>
              </a:rPr>
              <a:t>is team member brings a unique blend of scientific expertise and technological insight to executive leadership with both biological and computational skills. As Chief Executive Officer, they drive the strategic direction and long-term vision of the company, leading organizational growth and cross-functional collaborations.</a:t>
            </a:r>
            <a:endParaRPr b="1" sz="800">
              <a:solidFill>
                <a:srgbClr val="273540"/>
              </a:solidFill>
              <a:latin typeface="Times New Roman"/>
              <a:ea typeface="Times New Roman"/>
              <a:cs typeface="Times New Roman"/>
              <a:sym typeface="Times New Roman"/>
            </a:endParaRPr>
          </a:p>
        </p:txBody>
      </p:sp>
      <p:sp>
        <p:nvSpPr>
          <p:cNvPr id="776" name="Google Shape;776;p55"/>
          <p:cNvSpPr txBox="1"/>
          <p:nvPr>
            <p:ph idx="17" type="body"/>
          </p:nvPr>
        </p:nvSpPr>
        <p:spPr>
          <a:xfrm>
            <a:off x="3060150" y="2979638"/>
            <a:ext cx="5311800" cy="595500"/>
          </a:xfrm>
          <a:prstGeom prst="rect">
            <a:avLst/>
          </a:prstGeom>
        </p:spPr>
        <p:txBody>
          <a:bodyPr anchorCtr="0" anchor="t" bIns="91425" lIns="91425" spcFirstLastPara="1" rIns="91425" wrap="square" tIns="0">
            <a:normAutofit fontScale="70000"/>
          </a:bodyPr>
          <a:lstStyle/>
          <a:p>
            <a:pPr indent="0" lvl="0" marL="0" rtl="0" algn="l">
              <a:spcBef>
                <a:spcPts val="0"/>
              </a:spcBef>
              <a:spcAft>
                <a:spcPts val="0"/>
              </a:spcAft>
              <a:buClr>
                <a:schemeClr val="dk1"/>
              </a:buClr>
              <a:buSzPct val="91667"/>
              <a:buFont typeface="Arial"/>
              <a:buNone/>
            </a:pPr>
            <a:r>
              <a:rPr b="1" lang="en" sz="1200">
                <a:latin typeface="Times New Roman"/>
                <a:ea typeface="Times New Roman"/>
                <a:cs typeface="Times New Roman"/>
                <a:sym typeface="Times New Roman"/>
              </a:rPr>
              <a:t>Utilizes background knowledge in biology and bioinformatics, with a particular interest in pursuing future healthcare careers to bridge the gap between life sciences and technology. As Chief Technology Officer, this team member leads infrastructure development, overseeing platform architecture and data security implementation.</a:t>
            </a:r>
            <a:endParaRPr b="1" sz="1200">
              <a:latin typeface="Times New Roman"/>
              <a:ea typeface="Times New Roman"/>
              <a:cs typeface="Times New Roman"/>
              <a:sym typeface="Times New Roman"/>
            </a:endParaRPr>
          </a:p>
        </p:txBody>
      </p:sp>
      <p:sp>
        <p:nvSpPr>
          <p:cNvPr id="777" name="Google Shape;777;p55"/>
          <p:cNvSpPr txBox="1"/>
          <p:nvPr>
            <p:ph idx="18" type="body"/>
          </p:nvPr>
        </p:nvSpPr>
        <p:spPr>
          <a:xfrm>
            <a:off x="3060150" y="4493650"/>
            <a:ext cx="5311800" cy="515400"/>
          </a:xfrm>
          <a:prstGeom prst="rect">
            <a:avLst/>
          </a:prstGeom>
        </p:spPr>
        <p:txBody>
          <a:bodyPr anchorCtr="0" anchor="t" bIns="91425" lIns="91425" spcFirstLastPara="1" rIns="91425" wrap="square" tIns="0">
            <a:normAutofit/>
          </a:bodyPr>
          <a:lstStyle/>
          <a:p>
            <a:pPr indent="0" lvl="0" marL="0" rtl="0" algn="l">
              <a:lnSpc>
                <a:spcPct val="115000"/>
              </a:lnSpc>
              <a:spcBef>
                <a:spcPts val="0"/>
              </a:spcBef>
              <a:spcAft>
                <a:spcPts val="0"/>
              </a:spcAft>
              <a:buClr>
                <a:schemeClr val="dk1"/>
              </a:buClr>
              <a:buSzPts val="1665"/>
              <a:buFont typeface="Arial"/>
              <a:buNone/>
            </a:pPr>
            <a:r>
              <a:rPr b="1" lang="en" sz="825">
                <a:latin typeface="Times New Roman"/>
                <a:ea typeface="Times New Roman"/>
                <a:cs typeface="Times New Roman"/>
                <a:sym typeface="Times New Roman"/>
              </a:rPr>
              <a:t>With a background spanning bioinformatics, medical data, and product analysis at a major internet firm, Lola brings a scientific precision to our financial leadership. As </a:t>
            </a:r>
            <a:r>
              <a:rPr b="1" lang="en" sz="825">
                <a:latin typeface="Times New Roman"/>
                <a:ea typeface="Times New Roman"/>
                <a:cs typeface="Times New Roman"/>
                <a:sym typeface="Times New Roman"/>
              </a:rPr>
              <a:t>the Chief Financial Officer,</a:t>
            </a:r>
            <a:r>
              <a:rPr b="1" lang="en" sz="825">
                <a:latin typeface="Times New Roman"/>
                <a:ea typeface="Times New Roman"/>
                <a:cs typeface="Times New Roman"/>
                <a:sym typeface="Times New Roman"/>
              </a:rPr>
              <a:t> she translates complex R&amp;D and digital product metrics into a robust financial roadmap.</a:t>
            </a:r>
            <a:endParaRPr b="1" sz="825">
              <a:latin typeface="Times New Roman"/>
              <a:ea typeface="Times New Roman"/>
              <a:cs typeface="Times New Roman"/>
              <a:sym typeface="Times New Roman"/>
            </a:endParaRPr>
          </a:p>
        </p:txBody>
      </p:sp>
      <p:cxnSp>
        <p:nvCxnSpPr>
          <p:cNvPr id="778" name="Google Shape;778;p55"/>
          <p:cNvCxnSpPr/>
          <p:nvPr/>
        </p:nvCxnSpPr>
        <p:spPr>
          <a:xfrm rot="10800000">
            <a:off x="-2425" y="3640075"/>
            <a:ext cx="9144000" cy="0"/>
          </a:xfrm>
          <a:prstGeom prst="straightConnector1">
            <a:avLst/>
          </a:prstGeom>
          <a:noFill/>
          <a:ln cap="flat" cmpd="sng" w="9525">
            <a:solidFill>
              <a:schemeClr val="dk1"/>
            </a:solidFill>
            <a:prstDash val="solid"/>
            <a:round/>
            <a:headEnd len="sm" w="sm" type="none"/>
            <a:tailEnd len="sm" w="sm" type="none"/>
          </a:ln>
        </p:spPr>
      </p:cxnSp>
      <p:cxnSp>
        <p:nvCxnSpPr>
          <p:cNvPr id="779" name="Google Shape;779;p55"/>
          <p:cNvCxnSpPr/>
          <p:nvPr/>
        </p:nvCxnSpPr>
        <p:spPr>
          <a:xfrm rot="10800000">
            <a:off x="-2425" y="2127875"/>
            <a:ext cx="9144000" cy="0"/>
          </a:xfrm>
          <a:prstGeom prst="straightConnector1">
            <a:avLst/>
          </a:prstGeom>
          <a:noFill/>
          <a:ln cap="flat" cmpd="sng" w="9525">
            <a:solidFill>
              <a:schemeClr val="dk1"/>
            </a:solidFill>
            <a:prstDash val="solid"/>
            <a:round/>
            <a:headEnd len="sm" w="sm" type="none"/>
            <a:tailEnd len="sm" w="sm" type="none"/>
          </a:ln>
        </p:spPr>
      </p:cxnSp>
      <p:sp>
        <p:nvSpPr>
          <p:cNvPr id="780" name="Google Shape;780;p55"/>
          <p:cNvSpPr txBox="1"/>
          <p:nvPr>
            <p:ph idx="1" type="subTitle"/>
          </p:nvPr>
        </p:nvSpPr>
        <p:spPr>
          <a:xfrm>
            <a:off x="325844" y="337900"/>
            <a:ext cx="3696300" cy="153900"/>
          </a:xfrm>
          <a:prstGeom prst="rect">
            <a:avLst/>
          </a:prstGeom>
        </p:spPr>
        <p:txBody>
          <a:bodyPr anchorCtr="0" anchor="ctr" bIns="0" lIns="91425" spcFirstLastPara="1" rIns="91425" wrap="square" tIns="0">
            <a:normAutofit fontScale="85000" lnSpcReduction="20000"/>
          </a:bodyPr>
          <a:lstStyle/>
          <a:p>
            <a:pPr indent="0" lvl="0" marL="0" rtl="0" algn="l">
              <a:lnSpc>
                <a:spcPct val="115000"/>
              </a:lnSpc>
              <a:spcBef>
                <a:spcPts val="0"/>
              </a:spcBef>
              <a:spcAft>
                <a:spcPts val="0"/>
              </a:spcAft>
              <a:buSzPct val="183333"/>
              <a:buNone/>
            </a:pPr>
            <a:r>
              <a:rPr b="1" lang="en"/>
              <a:t>OUR TEAM</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grpSp>
        <p:nvGrpSpPr>
          <p:cNvPr id="785" name="Google Shape;785;p56"/>
          <p:cNvGrpSpPr/>
          <p:nvPr/>
        </p:nvGrpSpPr>
        <p:grpSpPr>
          <a:xfrm>
            <a:off x="3339349" y="959679"/>
            <a:ext cx="2465324" cy="3489041"/>
            <a:chOff x="2391741" y="972138"/>
            <a:chExt cx="2156700" cy="3200661"/>
          </a:xfrm>
        </p:grpSpPr>
        <p:sp>
          <p:nvSpPr>
            <p:cNvPr id="786" name="Google Shape;786;p56"/>
            <p:cNvSpPr/>
            <p:nvPr/>
          </p:nvSpPr>
          <p:spPr>
            <a:xfrm>
              <a:off x="2391741" y="1148799"/>
              <a:ext cx="2156700" cy="3024000"/>
            </a:xfrm>
            <a:prstGeom prst="roundRect">
              <a:avLst>
                <a:gd fmla="val 592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87" name="Google Shape;787;p56"/>
            <p:cNvSpPr/>
            <p:nvPr/>
          </p:nvSpPr>
          <p:spPr>
            <a:xfrm>
              <a:off x="2479025" y="972138"/>
              <a:ext cx="1122283" cy="180007"/>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788" name="Google Shape;788;p56"/>
          <p:cNvGrpSpPr/>
          <p:nvPr/>
        </p:nvGrpSpPr>
        <p:grpSpPr>
          <a:xfrm>
            <a:off x="410050" y="983267"/>
            <a:ext cx="2465324" cy="3489041"/>
            <a:chOff x="192897" y="972138"/>
            <a:chExt cx="2156700" cy="3200661"/>
          </a:xfrm>
        </p:grpSpPr>
        <p:sp>
          <p:nvSpPr>
            <p:cNvPr id="789" name="Google Shape;789;p56"/>
            <p:cNvSpPr/>
            <p:nvPr/>
          </p:nvSpPr>
          <p:spPr>
            <a:xfrm>
              <a:off x="192897" y="1148799"/>
              <a:ext cx="2156700" cy="3024000"/>
            </a:xfrm>
            <a:prstGeom prst="roundRect">
              <a:avLst>
                <a:gd fmla="val 592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90" name="Google Shape;790;p56"/>
            <p:cNvSpPr/>
            <p:nvPr/>
          </p:nvSpPr>
          <p:spPr>
            <a:xfrm>
              <a:off x="286050" y="972138"/>
              <a:ext cx="1122283" cy="180007"/>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791" name="Google Shape;791;p56"/>
          <p:cNvGrpSpPr/>
          <p:nvPr/>
        </p:nvGrpSpPr>
        <p:grpSpPr>
          <a:xfrm>
            <a:off x="6268647" y="959608"/>
            <a:ext cx="2465324" cy="3489055"/>
            <a:chOff x="4589494" y="972125"/>
            <a:chExt cx="2156700" cy="3200674"/>
          </a:xfrm>
        </p:grpSpPr>
        <p:sp>
          <p:nvSpPr>
            <p:cNvPr id="792" name="Google Shape;792;p56"/>
            <p:cNvSpPr/>
            <p:nvPr/>
          </p:nvSpPr>
          <p:spPr>
            <a:xfrm>
              <a:off x="4589494" y="1148799"/>
              <a:ext cx="2156700" cy="3024000"/>
            </a:xfrm>
            <a:prstGeom prst="roundRect">
              <a:avLst>
                <a:gd fmla="val 592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93" name="Google Shape;793;p56"/>
            <p:cNvSpPr/>
            <p:nvPr/>
          </p:nvSpPr>
          <p:spPr>
            <a:xfrm>
              <a:off x="4677738" y="972125"/>
              <a:ext cx="1122283" cy="180007"/>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794" name="Google Shape;794;p56"/>
          <p:cNvSpPr txBox="1"/>
          <p:nvPr>
            <p:ph idx="9" type="body"/>
          </p:nvPr>
        </p:nvSpPr>
        <p:spPr>
          <a:xfrm>
            <a:off x="410025" y="2003475"/>
            <a:ext cx="2465400" cy="2388900"/>
          </a:xfrm>
          <a:prstGeom prst="rect">
            <a:avLst/>
          </a:prstGeom>
        </p:spPr>
        <p:txBody>
          <a:bodyPr anchorCtr="0" anchor="t" bIns="0" lIns="108000" spcFirstLastPara="1" rIns="108000" wrap="square" tIns="0">
            <a:normAutofit/>
          </a:bodyPr>
          <a:lstStyle/>
          <a:p>
            <a:pPr indent="0" lvl="0" marL="0" rtl="0" algn="l">
              <a:lnSpc>
                <a:spcPct val="115000"/>
              </a:lnSpc>
              <a:spcBef>
                <a:spcPts val="0"/>
              </a:spcBef>
              <a:spcAft>
                <a:spcPts val="0"/>
              </a:spcAft>
              <a:buClr>
                <a:schemeClr val="dk1"/>
              </a:buClr>
              <a:buSzPts val="900"/>
              <a:buFont typeface="Arial"/>
              <a:buNone/>
            </a:pPr>
            <a:r>
              <a:t/>
            </a:r>
            <a:endParaRPr b="1" sz="200"/>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Develop </a:t>
            </a:r>
            <a:r>
              <a:rPr b="1" lang="en"/>
              <a:t>brand messaging</a:t>
            </a:r>
            <a:r>
              <a:rPr lang="en"/>
              <a:t> focused on continuity of care and eliminating geographic barriers in healthcare</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Clearly </a:t>
            </a:r>
            <a:r>
              <a:rPr b="1" lang="en"/>
              <a:t>communicate HIPAA compliance, data security standards, </a:t>
            </a:r>
            <a:r>
              <a:rPr lang="en"/>
              <a:t>and </a:t>
            </a:r>
            <a:r>
              <a:rPr b="1" lang="en"/>
              <a:t>privacy protections</a:t>
            </a:r>
            <a:endParaRPr b="1"/>
          </a:p>
        </p:txBody>
      </p:sp>
      <p:sp>
        <p:nvSpPr>
          <p:cNvPr id="795" name="Google Shape;795;p56"/>
          <p:cNvSpPr txBox="1"/>
          <p:nvPr>
            <p:ph idx="13" type="body"/>
          </p:nvPr>
        </p:nvSpPr>
        <p:spPr>
          <a:xfrm>
            <a:off x="3338800" y="2023876"/>
            <a:ext cx="2465400" cy="2266200"/>
          </a:xfrm>
          <a:prstGeom prst="rect">
            <a:avLst/>
          </a:prstGeom>
        </p:spPr>
        <p:txBody>
          <a:bodyPr anchorCtr="0" anchor="t" bIns="0" lIns="108000" spcFirstLastPara="1" rIns="108000" wrap="square" tIns="0">
            <a:normAutofit/>
          </a:bodyPr>
          <a:lstStyle/>
          <a:p>
            <a:pPr indent="0" lvl="0" marL="0" rtl="0" algn="l">
              <a:spcBef>
                <a:spcPts val="0"/>
              </a:spcBef>
              <a:spcAft>
                <a:spcPts val="0"/>
              </a:spcAft>
              <a:buClr>
                <a:schemeClr val="dk1"/>
              </a:buClr>
              <a:buSzPts val="900"/>
              <a:buFont typeface="Arial"/>
              <a:buNone/>
            </a:pPr>
            <a:r>
              <a:t/>
            </a:r>
            <a:endParaRPr b="1" sz="200"/>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Develop</a:t>
            </a:r>
            <a:r>
              <a:rPr lang="en"/>
              <a:t> </a:t>
            </a:r>
            <a:r>
              <a:rPr b="1" lang="en"/>
              <a:t>ProviderNet prototype </a:t>
            </a:r>
            <a:endParaRPr b="1"/>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Run </a:t>
            </a:r>
            <a:r>
              <a:rPr b="1" lang="en"/>
              <a:t>targeted campaigns </a:t>
            </a:r>
            <a:r>
              <a:rPr lang="en"/>
              <a:t>toward remote workers, seasonal relocators, and telehealth groups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Begin </a:t>
            </a:r>
            <a:r>
              <a:rPr b="1" lang="en"/>
              <a:t>outreach referral</a:t>
            </a:r>
            <a:r>
              <a:rPr lang="en"/>
              <a:t> to clinics in high-relocation states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Refine </a:t>
            </a:r>
            <a:r>
              <a:rPr b="1" lang="en"/>
              <a:t>pricing model</a:t>
            </a:r>
            <a:endParaRPr b="1"/>
          </a:p>
        </p:txBody>
      </p:sp>
      <p:sp>
        <p:nvSpPr>
          <p:cNvPr id="796" name="Google Shape;796;p56"/>
          <p:cNvSpPr txBox="1"/>
          <p:nvPr>
            <p:ph idx="14" type="body"/>
          </p:nvPr>
        </p:nvSpPr>
        <p:spPr>
          <a:xfrm>
            <a:off x="6269750" y="2023825"/>
            <a:ext cx="2465400" cy="2448600"/>
          </a:xfrm>
          <a:prstGeom prst="rect">
            <a:avLst/>
          </a:prstGeom>
        </p:spPr>
        <p:txBody>
          <a:bodyPr anchorCtr="0" anchor="t" bIns="0" lIns="108000" spcFirstLastPara="1" rIns="108000" wrap="square" tIns="0">
            <a:normAutofit/>
          </a:bodyPr>
          <a:lstStyle/>
          <a:p>
            <a:pPr indent="0" lvl="0" marL="0" rtl="0" algn="l">
              <a:lnSpc>
                <a:spcPct val="115000"/>
              </a:lnSpc>
              <a:spcBef>
                <a:spcPts val="0"/>
              </a:spcBef>
              <a:spcAft>
                <a:spcPts val="0"/>
              </a:spcAft>
              <a:buClr>
                <a:schemeClr val="dk1"/>
              </a:buClr>
              <a:buSzPts val="900"/>
              <a:buFont typeface="Arial"/>
              <a:buNone/>
            </a:pPr>
            <a:r>
              <a:t/>
            </a:r>
            <a:endParaRPr b="1"/>
          </a:p>
          <a:p>
            <a:pPr indent="0" lvl="0" marL="0" rtl="0" algn="l">
              <a:lnSpc>
                <a:spcPct val="115000"/>
              </a:lnSpc>
              <a:spcBef>
                <a:spcPts val="0"/>
              </a:spcBef>
              <a:spcAft>
                <a:spcPts val="0"/>
              </a:spcAft>
              <a:buNone/>
            </a:pPr>
            <a:r>
              <a:rPr b="1" lang="en"/>
              <a:t>Launch ProviderNet </a:t>
            </a:r>
            <a:r>
              <a:rPr lang="en"/>
              <a:t>platform</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Establish </a:t>
            </a:r>
            <a:r>
              <a:rPr b="1" lang="en"/>
              <a:t>social media presence</a:t>
            </a:r>
            <a:r>
              <a:rPr lang="en"/>
              <a:t> focused on digital healthcare innovation to </a:t>
            </a:r>
            <a:r>
              <a:rPr b="1" lang="en"/>
              <a:t>gain traction</a:t>
            </a:r>
            <a:endParaRPr b="1"/>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Demonstrate real demand for cross-state healthcare continuity</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Onboard 5-10 pilot users</a:t>
            </a:r>
            <a:r>
              <a:rPr lang="en"/>
              <a:t>: mix of patients and small provider offices</a:t>
            </a:r>
            <a:endParaRPr/>
          </a:p>
        </p:txBody>
      </p:sp>
      <p:sp>
        <p:nvSpPr>
          <p:cNvPr id="797" name="Google Shape;797;p56"/>
          <p:cNvSpPr txBox="1"/>
          <p:nvPr>
            <p:ph idx="2" type="title"/>
          </p:nvPr>
        </p:nvSpPr>
        <p:spPr>
          <a:xfrm>
            <a:off x="411034" y="1780421"/>
            <a:ext cx="2156700" cy="267000"/>
          </a:xfrm>
          <a:prstGeom prst="rect">
            <a:avLst/>
          </a:prstGeom>
        </p:spPr>
        <p:txBody>
          <a:bodyPr anchorCtr="0" anchor="t" bIns="90000" lIns="108000" spcFirstLastPara="1" rIns="108000" wrap="square" tIns="0">
            <a:noAutofit/>
          </a:bodyPr>
          <a:lstStyle/>
          <a:p>
            <a:pPr indent="0" lvl="0" marL="0" rtl="0" algn="l">
              <a:lnSpc>
                <a:spcPct val="90000"/>
              </a:lnSpc>
              <a:spcBef>
                <a:spcPts val="0"/>
              </a:spcBef>
              <a:spcAft>
                <a:spcPts val="0"/>
              </a:spcAft>
              <a:buSzPts val="2800"/>
              <a:buNone/>
            </a:pPr>
            <a:r>
              <a:rPr lang="en"/>
              <a:t>FEB 2026</a:t>
            </a:r>
            <a:endParaRPr/>
          </a:p>
        </p:txBody>
      </p:sp>
      <p:sp>
        <p:nvSpPr>
          <p:cNvPr id="798" name="Google Shape;798;p56"/>
          <p:cNvSpPr txBox="1"/>
          <p:nvPr>
            <p:ph idx="4" type="title"/>
          </p:nvPr>
        </p:nvSpPr>
        <p:spPr>
          <a:xfrm>
            <a:off x="3338838" y="1756863"/>
            <a:ext cx="2156700" cy="267000"/>
          </a:xfrm>
          <a:prstGeom prst="rect">
            <a:avLst/>
          </a:prstGeom>
        </p:spPr>
        <p:txBody>
          <a:bodyPr anchorCtr="0" anchor="t" bIns="90000" lIns="108000" spcFirstLastPara="1" rIns="108000" wrap="square" tIns="0">
            <a:noAutofit/>
          </a:bodyPr>
          <a:lstStyle/>
          <a:p>
            <a:pPr indent="0" lvl="0" marL="0" rtl="0" algn="l">
              <a:lnSpc>
                <a:spcPct val="90000"/>
              </a:lnSpc>
              <a:spcBef>
                <a:spcPts val="0"/>
              </a:spcBef>
              <a:spcAft>
                <a:spcPts val="0"/>
              </a:spcAft>
              <a:buSzPts val="2800"/>
              <a:buNone/>
            </a:pPr>
            <a:r>
              <a:rPr lang="en"/>
              <a:t>MAR 2026</a:t>
            </a:r>
            <a:endParaRPr/>
          </a:p>
        </p:txBody>
      </p:sp>
      <p:sp>
        <p:nvSpPr>
          <p:cNvPr id="799" name="Google Shape;799;p56"/>
          <p:cNvSpPr txBox="1"/>
          <p:nvPr>
            <p:ph idx="6" type="title"/>
          </p:nvPr>
        </p:nvSpPr>
        <p:spPr>
          <a:xfrm>
            <a:off x="6269525" y="1756813"/>
            <a:ext cx="2156700" cy="267000"/>
          </a:xfrm>
          <a:prstGeom prst="rect">
            <a:avLst/>
          </a:prstGeom>
        </p:spPr>
        <p:txBody>
          <a:bodyPr anchorCtr="0" anchor="t" bIns="90000" lIns="108000" spcFirstLastPara="1" rIns="108000" wrap="square" tIns="0">
            <a:noAutofit/>
          </a:bodyPr>
          <a:lstStyle/>
          <a:p>
            <a:pPr indent="0" lvl="0" marL="0" rtl="0" algn="l">
              <a:lnSpc>
                <a:spcPct val="90000"/>
              </a:lnSpc>
              <a:spcBef>
                <a:spcPts val="0"/>
              </a:spcBef>
              <a:spcAft>
                <a:spcPts val="0"/>
              </a:spcAft>
              <a:buSzPts val="2800"/>
              <a:buNone/>
            </a:pPr>
            <a:r>
              <a:rPr lang="en"/>
              <a:t>APR 2026</a:t>
            </a:r>
            <a:endParaRPr/>
          </a:p>
        </p:txBody>
      </p:sp>
      <p:sp>
        <p:nvSpPr>
          <p:cNvPr id="800" name="Google Shape;800;p56"/>
          <p:cNvSpPr txBox="1"/>
          <p:nvPr>
            <p:ph idx="1" type="subTitle"/>
          </p:nvPr>
        </p:nvSpPr>
        <p:spPr>
          <a:xfrm>
            <a:off x="396300" y="196600"/>
            <a:ext cx="3696300" cy="153900"/>
          </a:xfrm>
          <a:prstGeom prst="rect">
            <a:avLst/>
          </a:prstGeom>
        </p:spPr>
        <p:txBody>
          <a:bodyPr anchorCtr="0" anchor="ctr" bIns="0" lIns="0" spcFirstLastPara="1" rIns="0" wrap="square" tIns="0">
            <a:normAutofit/>
          </a:bodyPr>
          <a:lstStyle/>
          <a:p>
            <a:pPr indent="0" lvl="0" marL="0" rtl="0" algn="l">
              <a:lnSpc>
                <a:spcPct val="115000"/>
              </a:lnSpc>
              <a:spcBef>
                <a:spcPts val="0"/>
              </a:spcBef>
              <a:spcAft>
                <a:spcPts val="0"/>
              </a:spcAft>
              <a:buSzPts val="1000"/>
              <a:buNone/>
            </a:pPr>
            <a:r>
              <a:rPr lang="en"/>
              <a:t>OBJECTIVES</a:t>
            </a:r>
            <a:endParaRPr/>
          </a:p>
        </p:txBody>
      </p:sp>
      <p:sp>
        <p:nvSpPr>
          <p:cNvPr id="801" name="Google Shape;801;p56"/>
          <p:cNvSpPr txBox="1"/>
          <p:nvPr>
            <p:ph type="title"/>
          </p:nvPr>
        </p:nvSpPr>
        <p:spPr>
          <a:xfrm>
            <a:off x="411034" y="1440996"/>
            <a:ext cx="2156700" cy="267000"/>
          </a:xfrm>
          <a:prstGeom prst="rect">
            <a:avLst/>
          </a:prstGeom>
        </p:spPr>
        <p:txBody>
          <a:bodyPr anchorCtr="0" anchor="t" bIns="0" lIns="108000" spcFirstLastPara="1" rIns="108000" wrap="square" tIns="0">
            <a:noAutofit/>
          </a:bodyPr>
          <a:lstStyle/>
          <a:p>
            <a:pPr indent="0" lvl="0" marL="0" rtl="0" algn="l">
              <a:lnSpc>
                <a:spcPct val="90000"/>
              </a:lnSpc>
              <a:spcBef>
                <a:spcPts val="0"/>
              </a:spcBef>
              <a:spcAft>
                <a:spcPts val="0"/>
              </a:spcAft>
              <a:buSzPts val="2800"/>
              <a:buNone/>
            </a:pPr>
            <a:r>
              <a:rPr lang="en"/>
              <a:t>Month 1</a:t>
            </a:r>
            <a:endParaRPr/>
          </a:p>
        </p:txBody>
      </p:sp>
      <p:sp>
        <p:nvSpPr>
          <p:cNvPr id="802" name="Google Shape;802;p56"/>
          <p:cNvSpPr txBox="1"/>
          <p:nvPr>
            <p:ph idx="3" type="title"/>
          </p:nvPr>
        </p:nvSpPr>
        <p:spPr>
          <a:xfrm>
            <a:off x="3338838" y="1417438"/>
            <a:ext cx="2156700" cy="267000"/>
          </a:xfrm>
          <a:prstGeom prst="rect">
            <a:avLst/>
          </a:prstGeom>
        </p:spPr>
        <p:txBody>
          <a:bodyPr anchorCtr="0" anchor="t" bIns="0" lIns="108000" spcFirstLastPara="1" rIns="108000" wrap="square" tIns="0">
            <a:noAutofit/>
          </a:bodyPr>
          <a:lstStyle/>
          <a:p>
            <a:pPr indent="0" lvl="0" marL="0" rtl="0" algn="l">
              <a:lnSpc>
                <a:spcPct val="90000"/>
              </a:lnSpc>
              <a:spcBef>
                <a:spcPts val="0"/>
              </a:spcBef>
              <a:spcAft>
                <a:spcPts val="0"/>
              </a:spcAft>
              <a:buSzPts val="2800"/>
              <a:buNone/>
            </a:pPr>
            <a:r>
              <a:rPr lang="en"/>
              <a:t>Month 2</a:t>
            </a:r>
            <a:endParaRPr/>
          </a:p>
        </p:txBody>
      </p:sp>
      <p:sp>
        <p:nvSpPr>
          <p:cNvPr id="803" name="Google Shape;803;p56"/>
          <p:cNvSpPr txBox="1"/>
          <p:nvPr>
            <p:ph idx="5" type="title"/>
          </p:nvPr>
        </p:nvSpPr>
        <p:spPr>
          <a:xfrm>
            <a:off x="6269525" y="1417388"/>
            <a:ext cx="2156700" cy="267000"/>
          </a:xfrm>
          <a:prstGeom prst="rect">
            <a:avLst/>
          </a:prstGeom>
        </p:spPr>
        <p:txBody>
          <a:bodyPr anchorCtr="0" anchor="t" bIns="0" lIns="108000" spcFirstLastPara="1" rIns="108000" wrap="square" tIns="0">
            <a:noAutofit/>
          </a:bodyPr>
          <a:lstStyle/>
          <a:p>
            <a:pPr indent="0" lvl="0" marL="0" rtl="0" algn="l">
              <a:lnSpc>
                <a:spcPct val="90000"/>
              </a:lnSpc>
              <a:spcBef>
                <a:spcPts val="0"/>
              </a:spcBef>
              <a:spcAft>
                <a:spcPts val="0"/>
              </a:spcAft>
              <a:buSzPts val="2800"/>
              <a:buNone/>
            </a:pPr>
            <a:r>
              <a:rPr lang="en"/>
              <a:t>Month 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807" name="Shape 807"/>
        <p:cNvGrpSpPr/>
        <p:nvPr/>
      </p:nvGrpSpPr>
      <p:grpSpPr>
        <a:xfrm>
          <a:off x="0" y="0"/>
          <a:ext cx="0" cy="0"/>
          <a:chOff x="0" y="0"/>
          <a:chExt cx="0" cy="0"/>
        </a:xfrm>
      </p:grpSpPr>
      <p:sp>
        <p:nvSpPr>
          <p:cNvPr id="808" name="Google Shape;808;p57"/>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809" name="Google Shape;809;p57"/>
          <p:cNvSpPr txBox="1"/>
          <p:nvPr>
            <p:ph type="title"/>
          </p:nvPr>
        </p:nvSpPr>
        <p:spPr>
          <a:xfrm>
            <a:off x="613800" y="994700"/>
            <a:ext cx="7916400" cy="5985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Clr>
                <a:srgbClr val="000000"/>
              </a:buClr>
              <a:buSzPts val="8000"/>
              <a:buFont typeface="Arial"/>
              <a:buNone/>
            </a:pPr>
            <a:br>
              <a:rPr lang="en" sz="3000"/>
            </a:br>
            <a:r>
              <a:rPr lang="en" sz="3000"/>
              <a:t>Seeking $4 million for 15% stake</a:t>
            </a:r>
            <a:endParaRPr sz="3000"/>
          </a:p>
        </p:txBody>
      </p:sp>
      <p:sp>
        <p:nvSpPr>
          <p:cNvPr id="810" name="Google Shape;810;p57"/>
          <p:cNvSpPr txBox="1"/>
          <p:nvPr/>
        </p:nvSpPr>
        <p:spPr>
          <a:xfrm>
            <a:off x="1263125" y="1934500"/>
            <a:ext cx="7578600" cy="20712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dk1"/>
              </a:buClr>
              <a:buSzPts val="2100"/>
              <a:buFont typeface="Hanken Grotesk"/>
              <a:buChar char="➔"/>
            </a:pPr>
            <a:r>
              <a:rPr lang="en" sz="2100">
                <a:solidFill>
                  <a:schemeClr val="dk1"/>
                </a:solidFill>
                <a:latin typeface="Hanken Grotesk"/>
                <a:ea typeface="Hanken Grotesk"/>
                <a:cs typeface="Hanken Grotesk"/>
                <a:sym typeface="Hanken Grotesk"/>
              </a:rPr>
              <a:t>40% prototype development, security</a:t>
            </a:r>
            <a:endParaRPr sz="2100">
              <a:solidFill>
                <a:schemeClr val="dk1"/>
              </a:solidFill>
              <a:latin typeface="Hanken Grotesk"/>
              <a:ea typeface="Hanken Grotesk"/>
              <a:cs typeface="Hanken Grotesk"/>
              <a:sym typeface="Hanken Grotesk"/>
            </a:endParaRPr>
          </a:p>
          <a:p>
            <a:pPr indent="-361950" lvl="0" marL="457200" rtl="0" algn="l">
              <a:spcBef>
                <a:spcPts val="0"/>
              </a:spcBef>
              <a:spcAft>
                <a:spcPts val="0"/>
              </a:spcAft>
              <a:buClr>
                <a:schemeClr val="dk1"/>
              </a:buClr>
              <a:buSzPts val="2100"/>
              <a:buFont typeface="Hanken Grotesk"/>
              <a:buChar char="➔"/>
            </a:pPr>
            <a:r>
              <a:rPr lang="en" sz="2100">
                <a:solidFill>
                  <a:schemeClr val="dk1"/>
                </a:solidFill>
                <a:latin typeface="Hanken Grotesk"/>
                <a:ea typeface="Hanken Grotesk"/>
                <a:cs typeface="Hanken Grotesk"/>
                <a:sym typeface="Hanken Grotesk"/>
              </a:rPr>
              <a:t>30% </a:t>
            </a:r>
            <a:r>
              <a:rPr lang="en" sz="2100">
                <a:solidFill>
                  <a:schemeClr val="dk1"/>
                </a:solidFill>
                <a:latin typeface="Hanken Grotesk"/>
                <a:ea typeface="Hanken Grotesk"/>
                <a:cs typeface="Hanken Grotesk"/>
                <a:sym typeface="Hanken Grotesk"/>
              </a:rPr>
              <a:t>outsourcing</a:t>
            </a:r>
            <a:r>
              <a:rPr lang="en" sz="2100">
                <a:solidFill>
                  <a:schemeClr val="dk1"/>
                </a:solidFill>
                <a:latin typeface="Hanken Grotesk"/>
                <a:ea typeface="Hanken Grotesk"/>
                <a:cs typeface="Hanken Grotesk"/>
                <a:sym typeface="Hanken Grotesk"/>
              </a:rPr>
              <a:t> developers for platform maintenance</a:t>
            </a:r>
            <a:endParaRPr sz="2100">
              <a:solidFill>
                <a:schemeClr val="dk1"/>
              </a:solidFill>
              <a:latin typeface="Hanken Grotesk"/>
              <a:ea typeface="Hanken Grotesk"/>
              <a:cs typeface="Hanken Grotesk"/>
              <a:sym typeface="Hanken Grotesk"/>
            </a:endParaRPr>
          </a:p>
          <a:p>
            <a:pPr indent="-361950" lvl="0" marL="457200" rtl="0" algn="l">
              <a:spcBef>
                <a:spcPts val="0"/>
              </a:spcBef>
              <a:spcAft>
                <a:spcPts val="0"/>
              </a:spcAft>
              <a:buClr>
                <a:schemeClr val="dk1"/>
              </a:buClr>
              <a:buSzPts val="2100"/>
              <a:buFont typeface="Hanken Grotesk"/>
              <a:buChar char="➔"/>
            </a:pPr>
            <a:r>
              <a:rPr lang="en" sz="2100">
                <a:solidFill>
                  <a:schemeClr val="dk1"/>
                </a:solidFill>
                <a:latin typeface="Hanken Grotesk"/>
                <a:ea typeface="Hanken Grotesk"/>
                <a:cs typeface="Hanken Grotesk"/>
                <a:sym typeface="Hanken Grotesk"/>
              </a:rPr>
              <a:t>30% marketing, outreach and launch</a:t>
            </a:r>
            <a:endParaRPr sz="2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2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b="1" lang="en" sz="2100">
                <a:solidFill>
                  <a:schemeClr val="dk1"/>
                </a:solidFill>
                <a:latin typeface="Hanken Grotesk"/>
                <a:ea typeface="Hanken Grotesk"/>
                <a:cs typeface="Hanken Grotesk"/>
                <a:sym typeface="Hanken Grotesk"/>
              </a:rPr>
              <a:t>Goal: </a:t>
            </a:r>
            <a:r>
              <a:rPr lang="en" sz="2100">
                <a:solidFill>
                  <a:schemeClr val="dk1"/>
                </a:solidFill>
                <a:latin typeface="Hanken Grotesk"/>
                <a:ea typeface="Hanken Grotesk"/>
                <a:cs typeface="Hanken Grotesk"/>
                <a:sym typeface="Hanken Grotesk"/>
              </a:rPr>
              <a:t>$270 million in revenue by the end of 2028</a:t>
            </a:r>
            <a:endParaRPr sz="2100">
              <a:solidFill>
                <a:schemeClr val="dk1"/>
              </a:solidFill>
              <a:latin typeface="Hanken Grotesk"/>
              <a:ea typeface="Hanken Grotesk"/>
              <a:cs typeface="Hanken Grotesk"/>
              <a:sym typeface="Hanken Grotes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58"/>
          <p:cNvSpPr txBox="1"/>
          <p:nvPr>
            <p:ph type="title"/>
          </p:nvPr>
        </p:nvSpPr>
        <p:spPr>
          <a:xfrm>
            <a:off x="613800" y="1021200"/>
            <a:ext cx="7916400" cy="2743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400"/>
              <a:t>Notes: </a:t>
            </a:r>
            <a:endParaRPr sz="1400"/>
          </a:p>
          <a:p>
            <a:pPr indent="-317500" lvl="0" marL="457200" rtl="0" algn="l">
              <a:spcBef>
                <a:spcPts val="0"/>
              </a:spcBef>
              <a:spcAft>
                <a:spcPts val="0"/>
              </a:spcAft>
              <a:buSzPts val="1400"/>
              <a:buChar char="-"/>
            </a:pPr>
            <a:r>
              <a:rPr lang="en" sz="1400"/>
              <a:t>Delete first slide, just do stats, make the numbers the focal point</a:t>
            </a:r>
            <a:endParaRPr sz="1400"/>
          </a:p>
          <a:p>
            <a:pPr indent="-317500" lvl="0" marL="457200" rtl="0" algn="l">
              <a:spcBef>
                <a:spcPts val="0"/>
              </a:spcBef>
              <a:spcAft>
                <a:spcPts val="0"/>
              </a:spcAft>
              <a:buSzPts val="1400"/>
              <a:buChar char="-"/>
            </a:pPr>
            <a:r>
              <a:rPr lang="en" sz="1400"/>
              <a:t>Less words throughout</a:t>
            </a:r>
            <a:endParaRPr sz="1400"/>
          </a:p>
          <a:p>
            <a:pPr indent="-317500" lvl="0" marL="457200" rtl="0" algn="l">
              <a:spcBef>
                <a:spcPts val="0"/>
              </a:spcBef>
              <a:spcAft>
                <a:spcPts val="0"/>
              </a:spcAft>
              <a:buSzPts val="1400"/>
              <a:buChar char="-"/>
            </a:pPr>
            <a:r>
              <a:rPr lang="en" sz="1400"/>
              <a:t>Impact of customer discovery,  less charts at once</a:t>
            </a:r>
            <a:endParaRPr sz="1400"/>
          </a:p>
          <a:p>
            <a:pPr indent="-317500" lvl="0" marL="457200" rtl="0" algn="l">
              <a:spcBef>
                <a:spcPts val="0"/>
              </a:spcBef>
              <a:spcAft>
                <a:spcPts val="0"/>
              </a:spcAft>
              <a:buSzPts val="1400"/>
              <a:buChar char="-"/>
            </a:pPr>
            <a:r>
              <a:rPr lang="en" sz="1400"/>
              <a:t>Show the product (app, </a:t>
            </a:r>
            <a:r>
              <a:rPr lang="en" sz="1400"/>
              <a:t>website</a:t>
            </a:r>
            <a:r>
              <a:rPr lang="en" sz="1400"/>
              <a:t>, database, etc.)</a:t>
            </a:r>
            <a:endParaRPr sz="1400"/>
          </a:p>
          <a:p>
            <a:pPr indent="-317500" lvl="0" marL="457200" rtl="0" algn="l">
              <a:spcBef>
                <a:spcPts val="0"/>
              </a:spcBef>
              <a:spcAft>
                <a:spcPts val="0"/>
              </a:spcAft>
              <a:buSzPts val="1400"/>
              <a:buChar char="-"/>
            </a:pPr>
            <a:r>
              <a:rPr lang="en" sz="1400"/>
              <a:t>Takes words off of tam/sam/som just do circles</a:t>
            </a:r>
            <a:endParaRPr sz="1400"/>
          </a:p>
          <a:p>
            <a:pPr indent="-317500" lvl="0" marL="457200" rtl="0" algn="l">
              <a:spcBef>
                <a:spcPts val="0"/>
              </a:spcBef>
              <a:spcAft>
                <a:spcPts val="0"/>
              </a:spcAft>
              <a:buSzPts val="1400"/>
              <a:buChar char="-"/>
            </a:pPr>
            <a:r>
              <a:rPr lang="en" sz="1400"/>
              <a:t>Why we are the best (leadership and product)</a:t>
            </a:r>
            <a:endParaRPr sz="1400"/>
          </a:p>
          <a:p>
            <a:pPr indent="-317500" lvl="1" marL="914400" rtl="0" algn="l">
              <a:spcBef>
                <a:spcPts val="0"/>
              </a:spcBef>
              <a:spcAft>
                <a:spcPts val="0"/>
              </a:spcAft>
              <a:buSzPts val="1400"/>
              <a:buChar char="-"/>
            </a:pPr>
            <a:r>
              <a:rPr lang="en" sz="1400"/>
              <a:t>Look at competitor revenue, how they started, what we need to do differently </a:t>
            </a:r>
            <a:endParaRPr sz="1400"/>
          </a:p>
          <a:p>
            <a:pPr indent="-317500" lvl="0" marL="457200" rtl="0" algn="l">
              <a:spcBef>
                <a:spcPts val="0"/>
              </a:spcBef>
              <a:spcAft>
                <a:spcPts val="0"/>
              </a:spcAft>
              <a:buSzPts val="1400"/>
              <a:buChar char="-"/>
            </a:pPr>
            <a:r>
              <a:rPr lang="en" sz="1400"/>
              <a:t>Focus more on  data exchange? So we can merge the information in each systems </a:t>
            </a:r>
            <a:endParaRPr sz="1400"/>
          </a:p>
          <a:p>
            <a:pPr indent="0" lvl="0" marL="0" rtl="0" algn="l">
              <a:spcBef>
                <a:spcPts val="0"/>
              </a:spcBef>
              <a:spcAft>
                <a:spcPts val="0"/>
              </a:spcAft>
              <a:buNone/>
            </a:pPr>
            <a:r>
              <a:t/>
            </a:r>
            <a:endParaRPr sz="1400"/>
          </a:p>
        </p:txBody>
      </p:sp>
      <p:sp>
        <p:nvSpPr>
          <p:cNvPr id="816" name="Google Shape;816;p58"/>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p>
            <a:pPr indent="0" lvl="0" marL="0" rtl="0" algn="l">
              <a:spcBef>
                <a:spcPts val="0"/>
              </a:spcBef>
              <a:spcAft>
                <a:spcPts val="0"/>
              </a:spcAft>
              <a:buNone/>
            </a:pPr>
            <a:r>
              <a:t/>
            </a:r>
            <a:endParaRPr/>
          </a:p>
        </p:txBody>
      </p:sp>
      <p:sp>
        <p:nvSpPr>
          <p:cNvPr id="817" name="Google Shape;817;p58"/>
          <p:cNvSpPr txBox="1"/>
          <p:nvPr>
            <p:ph idx="2" type="subTitle"/>
          </p:nvPr>
        </p:nvSpPr>
        <p:spPr>
          <a:xfrm>
            <a:off x="5539500" y="4387200"/>
            <a:ext cx="3002400" cy="648000"/>
          </a:xfrm>
          <a:prstGeom prst="rect">
            <a:avLst/>
          </a:prstGeom>
        </p:spPr>
        <p:txBody>
          <a:bodyPr anchorCtr="0" anchor="t" bIns="0" lIns="0" spcFirstLastPara="1" rIns="0" wrap="square" tIns="0">
            <a:normAutofit/>
          </a:bodyPr>
          <a:lstStyle/>
          <a:p>
            <a:pPr indent="0" lvl="0" marL="0" rtl="0" algn="r">
              <a:spcBef>
                <a:spcPts val="0"/>
              </a:spcBef>
              <a:spcAft>
                <a:spcPts val="0"/>
              </a:spcAft>
              <a:buNone/>
            </a:pPr>
            <a:r>
              <a:t/>
            </a:r>
            <a:endParaRPr/>
          </a:p>
        </p:txBody>
      </p:sp>
      <p:sp>
        <p:nvSpPr>
          <p:cNvPr id="818" name="Google Shape;818;p58"/>
          <p:cNvSpPr txBox="1"/>
          <p:nvPr>
            <p:ph idx="3" type="subTitle"/>
          </p:nvPr>
        </p:nvSpPr>
        <p:spPr>
          <a:xfrm>
            <a:off x="1284638" y="214800"/>
            <a:ext cx="1501200" cy="1836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ATEGIC PITCH PRESENTATION">
  <a:themeElements>
    <a:clrScheme name="Simple Light">
      <a:dk1>
        <a:srgbClr val="000000"/>
      </a:dk1>
      <a:lt1>
        <a:srgbClr val="FAFAFA"/>
      </a:lt1>
      <a:dk2>
        <a:srgbClr val="CCCCCC"/>
      </a:dk2>
      <a:lt2>
        <a:srgbClr val="F3F3F3"/>
      </a:lt2>
      <a:accent1>
        <a:srgbClr val="FBE2C4"/>
      </a:accent1>
      <a:accent2>
        <a:srgbClr val="FFCCE4"/>
      </a:accent2>
      <a:accent3>
        <a:srgbClr val="C0E9FF"/>
      </a:accent3>
      <a:accent4>
        <a:srgbClr val="D2FD78"/>
      </a:accent4>
      <a:accent5>
        <a:srgbClr val="FAEA32"/>
      </a:accent5>
      <a:accent6>
        <a:srgbClr val="CBB2FE"/>
      </a:accent6>
      <a:hlink>
        <a:srgbClr val="C0E9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